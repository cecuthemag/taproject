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EE7DD20-4FB1-4231-A622-4D9CB95C671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8D5404-48C7-42FF-B0EA-560F564045A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DCEAA8-612B-4D9A-B712-60727D946F2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55C744-D591-4043-AF73-36CE82E61FC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901707-109A-4BAD-A405-85AE55EDEB6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594D1C-71AB-4BB1-A9E9-E0BB40942DD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741C27-B076-4EC8-B84A-4A0CD04767E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595671-AB37-4D9D-BC03-1023CA44DED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4EDEFA-94E1-4934-9001-F5E6B32471E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2CB3CC-6FBF-4655-B4A9-D7F7F4241BE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242210-79E6-4B33-8043-2554BC766F0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8ACCFE-3200-4647-B9BD-FDE7B0CDA81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E48DBC-9F78-4DFE-8AA6-8FFF289E9CE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0F2CD1-3A76-4B29-A0B6-F487A1A39E2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4E0392-4C32-4E55-980A-19E6296E51E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496A35-9062-4EA4-8B9D-9C2B79FADDE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78E3C9-5DD2-4EED-9A95-26112DC2D34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mage 0"/>
          <p:cNvSpPr/>
          <p:nvPr/>
        </p:nvSpPr>
        <p:spPr>
          <a:xfrm>
            <a:off x="0" y="0"/>
            <a:ext cx="12190680" cy="6856560"/>
          </a:xfrm>
          <a:prstGeom prst="roundRect">
            <a:avLst>
              <a:gd name="adj" fmla="val 0"/>
            </a:avLst>
          </a:prstGeom>
          <a:blipFill rotWithShape="0">
            <a:blip r:embed="rId1">
              <a:alphaModFix amt="2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0"/>
          <p:cNvSpPr/>
          <p:nvPr/>
        </p:nvSpPr>
        <p:spPr>
          <a:xfrm>
            <a:off x="0" y="0"/>
            <a:ext cx="12190680" cy="6856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6560"/>
              <a:gd name="textAreaBottom" fmla="*/ 6858000 h 6856560"/>
            </a:gdLst>
            <a:ah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3b82f6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0b981">
                  <a:alpha val="5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3"/>
          <p:cNvSpPr/>
          <p:nvPr/>
        </p:nvSpPr>
        <p:spPr>
          <a:xfrm>
            <a:off x="4173480" y="2374200"/>
            <a:ext cx="3846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5400" spc="-137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SchoolSync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4"/>
          <p:cNvSpPr/>
          <p:nvPr/>
        </p:nvSpPr>
        <p:spPr>
          <a:xfrm>
            <a:off x="5486400" y="3212280"/>
            <a:ext cx="1217880" cy="55800"/>
          </a:xfrm>
          <a:custGeom>
            <a:avLst/>
            <a:gdLst>
              <a:gd name="textAreaLeft" fmla="*/ 0 w 1217880"/>
              <a:gd name="textAreaRight" fmla="*/ 1219320 w 1217880"/>
              <a:gd name="textAreaTop" fmla="*/ 0 h 55800"/>
              <a:gd name="textAreaBottom" fmla="*/ 57240 h 55800"/>
            </a:gdLst>
            <a:ahLst/>
            <a:rect l="textAreaLeft" t="textAreaTop" r="textAreaRight" b="textAreaBottom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5"/>
          <p:cNvSpPr/>
          <p:nvPr/>
        </p:nvSpPr>
        <p:spPr>
          <a:xfrm>
            <a:off x="2367000" y="3498120"/>
            <a:ext cx="7456680" cy="93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22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Интелигентна Система за Управление на Оборудване в Образователни Институции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4919400" y="5041080"/>
            <a:ext cx="2351160" cy="808200"/>
          </a:xfrm>
          <a:custGeom>
            <a:avLst/>
            <a:gdLst>
              <a:gd name="textAreaLeft" fmla="*/ 0 w 2351160"/>
              <a:gd name="textAreaRight" fmla="*/ 2352600 w 2351160"/>
              <a:gd name="textAreaTop" fmla="*/ 0 h 808200"/>
              <a:gd name="textAreaBottom" fmla="*/ 809640 h 808200"/>
            </a:gdLst>
            <a:ahLst/>
            <a:rect l="textAreaLeft" t="textAreaTop" r="textAreaRight" b="textAreaBottom"/>
            <a:pathLst>
              <a:path w="2352675" h="809625">
                <a:moveTo>
                  <a:pt x="152404" y="0"/>
                </a:moveTo>
                <a:lnTo>
                  <a:pt x="2200271" y="0"/>
                </a:lnTo>
                <a:cubicBezTo>
                  <a:pt x="2284441" y="0"/>
                  <a:pt x="2352675" y="68234"/>
                  <a:pt x="2352675" y="152404"/>
                </a:cubicBezTo>
                <a:lnTo>
                  <a:pt x="2352675" y="657221"/>
                </a:lnTo>
                <a:cubicBezTo>
                  <a:pt x="2352675" y="741391"/>
                  <a:pt x="2284441" y="809625"/>
                  <a:pt x="2200271" y="809625"/>
                </a:cubicBezTo>
                <a:lnTo>
                  <a:pt x="152404" y="809625"/>
                </a:lnTo>
                <a:cubicBezTo>
                  <a:pt x="68234" y="809625"/>
                  <a:pt x="0" y="741391"/>
                  <a:pt x="0" y="6572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round/>
          </a:ln>
          <a:effectLst>
            <a:outerShdw algn="bl" blurRad="237960" dir="5400000" dist="1904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919400" y="5185440"/>
            <a:ext cx="235116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Софтуерни Приложения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5221800" y="777960"/>
            <a:ext cx="1707120" cy="159516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380880" y="38088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514440" y="514440"/>
            <a:ext cx="189000" cy="189000"/>
          </a:xfrm>
          <a:custGeom>
            <a:avLst/>
            <a:gdLst>
              <a:gd name="textAreaLeft" fmla="*/ 0 w 189000"/>
              <a:gd name="textAreaRight" fmla="*/ 190440 w 18900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952560" y="380880"/>
            <a:ext cx="2837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Проблемът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952560" y="952560"/>
            <a:ext cx="10952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Предизвикателства в управлението на оборудване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399960" y="1447920"/>
            <a:ext cx="5599440" cy="2656080"/>
          </a:xfrm>
          <a:custGeom>
            <a:avLst/>
            <a:gdLst>
              <a:gd name="textAreaLeft" fmla="*/ 0 w 5599440"/>
              <a:gd name="textAreaRight" fmla="*/ 5600880 w 5599440"/>
              <a:gd name="textAreaTop" fmla="*/ 0 h 2656080"/>
              <a:gd name="textAreaBottom" fmla="*/ 2657520 h 2656080"/>
            </a:gdLst>
            <a:ahLst/>
            <a:rect l="textAreaLeft" t="textAreaTop" r="textAreaRight" b="textAreaBottom"/>
            <a:pathLst>
              <a:path w="5600700" h="2657475">
                <a:moveTo>
                  <a:pt x="38100" y="0"/>
                </a:moveTo>
                <a:lnTo>
                  <a:pt x="5448294" y="0"/>
                </a:lnTo>
                <a:cubicBezTo>
                  <a:pt x="5532465" y="0"/>
                  <a:pt x="5600700" y="68235"/>
                  <a:pt x="5600700" y="152406"/>
                </a:cubicBezTo>
                <a:lnTo>
                  <a:pt x="5600700" y="2505069"/>
                </a:lnTo>
                <a:cubicBezTo>
                  <a:pt x="5600700" y="2589240"/>
                  <a:pt x="5532465" y="2657475"/>
                  <a:pt x="5448294" y="2657475"/>
                </a:cubicBezTo>
                <a:lnTo>
                  <a:pt x="38100" y="2657475"/>
                </a:lnTo>
                <a:cubicBezTo>
                  <a:pt x="17072" y="2657475"/>
                  <a:pt x="0" y="2640403"/>
                  <a:pt x="0" y="2619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399960" y="1447920"/>
            <a:ext cx="36720" cy="2656080"/>
          </a:xfrm>
          <a:custGeom>
            <a:avLst/>
            <a:gdLst>
              <a:gd name="textAreaLeft" fmla="*/ 0 w 36720"/>
              <a:gd name="textAreaRight" fmla="*/ 38160 w 36720"/>
              <a:gd name="textAreaTop" fmla="*/ 0 h 2656080"/>
              <a:gd name="textAreaBottom" fmla="*/ 2657520 h 2656080"/>
            </a:gdLst>
            <a:ahLst/>
            <a:rect l="textAreaLeft" t="textAreaTop" r="textAreaRight" b="textAreaBottom"/>
            <a:pathLst>
              <a:path w="38100" h="2657475">
                <a:moveTo>
                  <a:pt x="38100" y="0"/>
                </a:moveTo>
                <a:lnTo>
                  <a:pt x="38100" y="0"/>
                </a:lnTo>
                <a:lnTo>
                  <a:pt x="38100" y="2657475"/>
                </a:lnTo>
                <a:lnTo>
                  <a:pt x="38100" y="2657475"/>
                </a:lnTo>
                <a:cubicBezTo>
                  <a:pt x="17072" y="2657475"/>
                  <a:pt x="0" y="2640403"/>
                  <a:pt x="0" y="2619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647640" y="167652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828720" y="1828800"/>
            <a:ext cx="169920" cy="227160"/>
          </a:xfrm>
          <a:custGeom>
            <a:avLst/>
            <a:gdLst>
              <a:gd name="textAreaLeft" fmla="*/ 0 w 169920"/>
              <a:gd name="textAreaRight" fmla="*/ 171360 w 16992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333440" y="1676520"/>
            <a:ext cx="4551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Ръчно проследяване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1333440" y="2057400"/>
            <a:ext cx="45133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Училищата използват хартиени дневници и Excel таблици за проследяване на лаптопи, проектори и лабораторно оборудване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647640" y="3114720"/>
            <a:ext cx="5123160" cy="760680"/>
          </a:xfrm>
          <a:custGeom>
            <a:avLst/>
            <a:gdLst>
              <a:gd name="textAreaLeft" fmla="*/ 0 w 5123160"/>
              <a:gd name="textAreaRight" fmla="*/ 5124600 w 512316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5124450" h="762000">
                <a:moveTo>
                  <a:pt x="114300" y="0"/>
                </a:moveTo>
                <a:lnTo>
                  <a:pt x="5010150" y="0"/>
                </a:lnTo>
                <a:cubicBezTo>
                  <a:pt x="5073234" y="0"/>
                  <a:pt x="5124450" y="51216"/>
                  <a:pt x="5124450" y="114300"/>
                </a:cubicBezTo>
                <a:lnTo>
                  <a:pt x="5124450" y="647700"/>
                </a:lnTo>
                <a:cubicBezTo>
                  <a:pt x="5124450" y="710784"/>
                  <a:pt x="5073234" y="762000"/>
                  <a:pt x="50101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800280" y="3267000"/>
            <a:ext cx="489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f4444"/>
                </a:solidFill>
                <a:latin typeface="Quattrocento Sans"/>
                <a:ea typeface="Quattrocento Sans"/>
              </a:rPr>
              <a:t>Резултат:</a:t>
            </a: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 Дълго и трудно изброяване на инвентар и проверка на неговата кондиция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6210360" y="1447920"/>
            <a:ext cx="5599440" cy="2656080"/>
          </a:xfrm>
          <a:custGeom>
            <a:avLst/>
            <a:gdLst>
              <a:gd name="textAreaLeft" fmla="*/ 0 w 5599440"/>
              <a:gd name="textAreaRight" fmla="*/ 5600880 w 5599440"/>
              <a:gd name="textAreaTop" fmla="*/ 0 h 2656080"/>
              <a:gd name="textAreaBottom" fmla="*/ 2657520 h 2656080"/>
            </a:gdLst>
            <a:ahLst/>
            <a:rect l="textAreaLeft" t="textAreaTop" r="textAreaRight" b="textAreaBottom"/>
            <a:pathLst>
              <a:path w="5600700" h="2657475">
                <a:moveTo>
                  <a:pt x="38100" y="0"/>
                </a:moveTo>
                <a:lnTo>
                  <a:pt x="5448294" y="0"/>
                </a:lnTo>
                <a:cubicBezTo>
                  <a:pt x="5532465" y="0"/>
                  <a:pt x="5600700" y="68235"/>
                  <a:pt x="5600700" y="152406"/>
                </a:cubicBezTo>
                <a:lnTo>
                  <a:pt x="5600700" y="2505069"/>
                </a:lnTo>
                <a:cubicBezTo>
                  <a:pt x="5600700" y="2589240"/>
                  <a:pt x="5532465" y="2657475"/>
                  <a:pt x="5448294" y="2657475"/>
                </a:cubicBezTo>
                <a:lnTo>
                  <a:pt x="38100" y="2657475"/>
                </a:lnTo>
                <a:cubicBezTo>
                  <a:pt x="17072" y="2657475"/>
                  <a:pt x="0" y="2640403"/>
                  <a:pt x="0" y="2619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6210360" y="1447920"/>
            <a:ext cx="36720" cy="2656080"/>
          </a:xfrm>
          <a:custGeom>
            <a:avLst/>
            <a:gdLst>
              <a:gd name="textAreaLeft" fmla="*/ 0 w 36720"/>
              <a:gd name="textAreaRight" fmla="*/ 38160 w 36720"/>
              <a:gd name="textAreaTop" fmla="*/ 0 h 2656080"/>
              <a:gd name="textAreaBottom" fmla="*/ 2657520 h 2656080"/>
            </a:gdLst>
            <a:ahLst/>
            <a:rect l="textAreaLeft" t="textAreaTop" r="textAreaRight" b="textAreaBottom"/>
            <a:pathLst>
              <a:path w="38100" h="2657475">
                <a:moveTo>
                  <a:pt x="38100" y="0"/>
                </a:moveTo>
                <a:lnTo>
                  <a:pt x="38100" y="0"/>
                </a:lnTo>
                <a:lnTo>
                  <a:pt x="38100" y="2657475"/>
                </a:lnTo>
                <a:lnTo>
                  <a:pt x="38100" y="2657475"/>
                </a:lnTo>
                <a:cubicBezTo>
                  <a:pt x="17072" y="2657475"/>
                  <a:pt x="0" y="2640403"/>
                  <a:pt x="0" y="2619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6458040" y="167652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6610320" y="1828800"/>
            <a:ext cx="227160" cy="227160"/>
          </a:xfrm>
          <a:custGeom>
            <a:avLst/>
            <a:gdLst>
              <a:gd name="textAreaLeft" fmla="*/ 0 w 227160"/>
              <a:gd name="textAreaRight" fmla="*/ 228600 w 22716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7143840" y="1676520"/>
            <a:ext cx="4551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Времеемки процеси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7143840" y="2057400"/>
            <a:ext cx="45133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Учителите губят средно 15 минути на ден в ръчно попълване на формуляри за заемане на оборудване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6458040" y="3343320"/>
            <a:ext cx="5123160" cy="532080"/>
          </a:xfrm>
          <a:custGeom>
            <a:avLst/>
            <a:gdLst>
              <a:gd name="textAreaLeft" fmla="*/ 0 w 5123160"/>
              <a:gd name="textAreaRight" fmla="*/ 5124600 w 512316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124450" h="533400">
                <a:moveTo>
                  <a:pt x="114302" y="0"/>
                </a:moveTo>
                <a:lnTo>
                  <a:pt x="5010148" y="0"/>
                </a:lnTo>
                <a:cubicBezTo>
                  <a:pt x="5073233" y="0"/>
                  <a:pt x="5124450" y="51217"/>
                  <a:pt x="5124450" y="114302"/>
                </a:cubicBezTo>
                <a:lnTo>
                  <a:pt x="5124450" y="419098"/>
                </a:lnTo>
                <a:cubicBezTo>
                  <a:pt x="5124450" y="482183"/>
                  <a:pt x="5073233" y="533400"/>
                  <a:pt x="501014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6610320" y="3495600"/>
            <a:ext cx="4894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Резултат:</a:t>
            </a: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 60+ часа загубено време годишно на учител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399960" y="4295880"/>
            <a:ext cx="5599440" cy="2179800"/>
          </a:xfrm>
          <a:custGeom>
            <a:avLst/>
            <a:gdLst>
              <a:gd name="textAreaLeft" fmla="*/ 0 w 5599440"/>
              <a:gd name="textAreaRight" fmla="*/ 5600880 w 5599440"/>
              <a:gd name="textAreaTop" fmla="*/ 0 h 2179800"/>
              <a:gd name="textAreaBottom" fmla="*/ 2181240 h 2179800"/>
            </a:gdLst>
            <a:ahLst/>
            <a:rect l="textAreaLeft" t="textAreaTop" r="textAreaRight" b="textAreaBottom"/>
            <a:pathLst>
              <a:path w="5600700" h="2181225">
                <a:moveTo>
                  <a:pt x="38100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2028823"/>
                </a:lnTo>
                <a:cubicBezTo>
                  <a:pt x="5600700" y="2112992"/>
                  <a:pt x="5532467" y="2181225"/>
                  <a:pt x="5448298" y="2181225"/>
                </a:cubicBezTo>
                <a:lnTo>
                  <a:pt x="38100" y="2181225"/>
                </a:lnTo>
                <a:cubicBezTo>
                  <a:pt x="17072" y="2181225"/>
                  <a:pt x="0" y="2164153"/>
                  <a:pt x="0" y="2143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399960" y="4295880"/>
            <a:ext cx="36720" cy="2179800"/>
          </a:xfrm>
          <a:custGeom>
            <a:avLst/>
            <a:gdLst>
              <a:gd name="textAreaLeft" fmla="*/ 0 w 36720"/>
              <a:gd name="textAreaRight" fmla="*/ 38160 w 36720"/>
              <a:gd name="textAreaTop" fmla="*/ 0 h 2179800"/>
              <a:gd name="textAreaBottom" fmla="*/ 2181240 h 2179800"/>
            </a:gdLst>
            <a:ahLst/>
            <a:rect l="textAreaLeft" t="textAreaTop" r="textAreaRight" b="textAreaBottom"/>
            <a:pathLst>
              <a:path w="38100" h="2181225">
                <a:moveTo>
                  <a:pt x="38100" y="0"/>
                </a:moveTo>
                <a:lnTo>
                  <a:pt x="38100" y="0"/>
                </a:lnTo>
                <a:lnTo>
                  <a:pt x="38100" y="2181225"/>
                </a:lnTo>
                <a:lnTo>
                  <a:pt x="38100" y="2181225"/>
                </a:lnTo>
                <a:cubicBezTo>
                  <a:pt x="17072" y="2181225"/>
                  <a:pt x="0" y="2164153"/>
                  <a:pt x="0" y="2143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647640" y="452448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785880" y="4676760"/>
            <a:ext cx="255600" cy="227160"/>
          </a:xfrm>
          <a:custGeom>
            <a:avLst/>
            <a:gdLst>
              <a:gd name="textAreaLeft" fmla="*/ 0 w 255600"/>
              <a:gd name="textAreaRight" fmla="*/ 257040 w 25560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1333440" y="4524480"/>
            <a:ext cx="4551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Липса на централизация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1333440" y="4905360"/>
            <a:ext cx="45133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Няма единна система за заявки и одобрения. Всеки отдел използва различни методи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647640" y="5715000"/>
            <a:ext cx="5123160" cy="532080"/>
          </a:xfrm>
          <a:custGeom>
            <a:avLst/>
            <a:gdLst>
              <a:gd name="textAreaLeft" fmla="*/ 0 w 5123160"/>
              <a:gd name="textAreaRight" fmla="*/ 5124600 w 512316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124450" h="533400">
                <a:moveTo>
                  <a:pt x="114302" y="0"/>
                </a:moveTo>
                <a:lnTo>
                  <a:pt x="5010148" y="0"/>
                </a:lnTo>
                <a:cubicBezTo>
                  <a:pt x="5073233" y="0"/>
                  <a:pt x="5124450" y="51217"/>
                  <a:pt x="5124450" y="114302"/>
                </a:cubicBezTo>
                <a:lnTo>
                  <a:pt x="5124450" y="419098"/>
                </a:lnTo>
                <a:cubicBezTo>
                  <a:pt x="5124450" y="482183"/>
                  <a:pt x="5073233" y="533400"/>
                  <a:pt x="501014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800280" y="5867280"/>
            <a:ext cx="4894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Резултат:</a:t>
            </a: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 Забавяне на одобрения с дни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8"/>
          <p:cNvSpPr/>
          <p:nvPr/>
        </p:nvSpPr>
        <p:spPr>
          <a:xfrm>
            <a:off x="6210360" y="4295880"/>
            <a:ext cx="5599440" cy="2179800"/>
          </a:xfrm>
          <a:custGeom>
            <a:avLst/>
            <a:gdLst>
              <a:gd name="textAreaLeft" fmla="*/ 0 w 5599440"/>
              <a:gd name="textAreaRight" fmla="*/ 5600880 w 5599440"/>
              <a:gd name="textAreaTop" fmla="*/ 0 h 2179800"/>
              <a:gd name="textAreaBottom" fmla="*/ 2181240 h 2179800"/>
            </a:gdLst>
            <a:ahLst/>
            <a:rect l="textAreaLeft" t="textAreaTop" r="textAreaRight" b="textAreaBottom"/>
            <a:pathLst>
              <a:path w="5600700" h="2181225">
                <a:moveTo>
                  <a:pt x="38100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2028823"/>
                </a:lnTo>
                <a:cubicBezTo>
                  <a:pt x="5600700" y="2112992"/>
                  <a:pt x="5532467" y="2181225"/>
                  <a:pt x="5448298" y="2181225"/>
                </a:cubicBezTo>
                <a:lnTo>
                  <a:pt x="38100" y="2181225"/>
                </a:lnTo>
                <a:cubicBezTo>
                  <a:pt x="17072" y="2181225"/>
                  <a:pt x="0" y="2164153"/>
                  <a:pt x="0" y="2143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6210360" y="4295880"/>
            <a:ext cx="36720" cy="2179800"/>
          </a:xfrm>
          <a:custGeom>
            <a:avLst/>
            <a:gdLst>
              <a:gd name="textAreaLeft" fmla="*/ 0 w 36720"/>
              <a:gd name="textAreaRight" fmla="*/ 38160 w 36720"/>
              <a:gd name="textAreaTop" fmla="*/ 0 h 2179800"/>
              <a:gd name="textAreaBottom" fmla="*/ 2181240 h 2179800"/>
            </a:gdLst>
            <a:ahLst/>
            <a:rect l="textAreaLeft" t="textAreaTop" r="textAreaRight" b="textAreaBottom"/>
            <a:pathLst>
              <a:path w="38100" h="2181225">
                <a:moveTo>
                  <a:pt x="38100" y="0"/>
                </a:moveTo>
                <a:lnTo>
                  <a:pt x="38100" y="0"/>
                </a:lnTo>
                <a:lnTo>
                  <a:pt x="38100" y="2181225"/>
                </a:lnTo>
                <a:lnTo>
                  <a:pt x="38100" y="2181225"/>
                </a:lnTo>
                <a:cubicBezTo>
                  <a:pt x="17072" y="2181225"/>
                  <a:pt x="0" y="2164153"/>
                  <a:pt x="0" y="2143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6458040" y="452448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c4899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1"/>
          <p:cNvSpPr/>
          <p:nvPr/>
        </p:nvSpPr>
        <p:spPr>
          <a:xfrm>
            <a:off x="6610320" y="4676760"/>
            <a:ext cx="227160" cy="227160"/>
          </a:xfrm>
          <a:custGeom>
            <a:avLst/>
            <a:gdLst>
              <a:gd name="textAreaLeft" fmla="*/ 0 w 227160"/>
              <a:gd name="textAreaRight" fmla="*/ 228600 w 22716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7143840" y="4524480"/>
            <a:ext cx="4551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Трудности при отчитане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3"/>
          <p:cNvSpPr/>
          <p:nvPr/>
        </p:nvSpPr>
        <p:spPr>
          <a:xfrm>
            <a:off x="7143840" y="4905360"/>
            <a:ext cx="45133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Администрацията не може бързо да генерира отчети за използване, нужди от поддръжка и бюджетиране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4"/>
          <p:cNvSpPr/>
          <p:nvPr/>
        </p:nvSpPr>
        <p:spPr>
          <a:xfrm>
            <a:off x="6458040" y="5715000"/>
            <a:ext cx="5123160" cy="532080"/>
          </a:xfrm>
          <a:custGeom>
            <a:avLst/>
            <a:gdLst>
              <a:gd name="textAreaLeft" fmla="*/ 0 w 5123160"/>
              <a:gd name="textAreaRight" fmla="*/ 5124600 w 512316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124450" h="533400">
                <a:moveTo>
                  <a:pt x="114302" y="0"/>
                </a:moveTo>
                <a:lnTo>
                  <a:pt x="5010148" y="0"/>
                </a:lnTo>
                <a:cubicBezTo>
                  <a:pt x="5073233" y="0"/>
                  <a:pt x="5124450" y="51217"/>
                  <a:pt x="5124450" y="114302"/>
                </a:cubicBezTo>
                <a:lnTo>
                  <a:pt x="5124450" y="419098"/>
                </a:lnTo>
                <a:cubicBezTo>
                  <a:pt x="5124450" y="482183"/>
                  <a:pt x="5073233" y="533400"/>
                  <a:pt x="501014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6610320" y="5867280"/>
            <a:ext cx="4894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4899"/>
                </a:solidFill>
                <a:latin typeface="Quattrocento Sans"/>
                <a:ea typeface="Quattrocento Sans"/>
              </a:rPr>
              <a:t>Резултат:</a:t>
            </a: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 Трудност при планиране на бюджет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380880" y="38088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538200" y="514440"/>
            <a:ext cx="141480" cy="189000"/>
          </a:xfrm>
          <a:custGeom>
            <a:avLst/>
            <a:gdLst>
              <a:gd name="textAreaLeft" fmla="*/ 0 w 141480"/>
              <a:gd name="textAreaRight" fmla="*/ 142920 w 14148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952560" y="380880"/>
            <a:ext cx="7275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Решението: SchoolSync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952560" y="952560"/>
            <a:ext cx="10952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Цялостна платформа за интелигентно управление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380880" y="1447920"/>
            <a:ext cx="3656160" cy="2417760"/>
          </a:xfrm>
          <a:custGeom>
            <a:avLst/>
            <a:gdLst>
              <a:gd name="textAreaLeft" fmla="*/ 0 w 3656160"/>
              <a:gd name="textAreaRight" fmla="*/ 3657600 w 3656160"/>
              <a:gd name="textAreaTop" fmla="*/ 0 h 2417760"/>
              <a:gd name="textAreaBottom" fmla="*/ 2419200 h 2417760"/>
            </a:gdLst>
            <a:ahLst/>
            <a:rect l="textAreaLeft" t="textAreaTop" r="textAreaRight" b="textAreaBottom"/>
            <a:pathLst>
              <a:path w="3657600" h="2419350">
                <a:moveTo>
                  <a:pt x="152395" y="0"/>
                </a:moveTo>
                <a:lnTo>
                  <a:pt x="3505205" y="0"/>
                </a:lnTo>
                <a:cubicBezTo>
                  <a:pt x="3589314" y="0"/>
                  <a:pt x="3657600" y="68286"/>
                  <a:pt x="3657600" y="152395"/>
                </a:cubicBezTo>
                <a:lnTo>
                  <a:pt x="3657600" y="2266955"/>
                </a:lnTo>
                <a:cubicBezTo>
                  <a:pt x="3657600" y="2351064"/>
                  <a:pt x="3589314" y="2419350"/>
                  <a:pt x="3505205" y="2419350"/>
                </a:cubicBezTo>
                <a:lnTo>
                  <a:pt x="152395" y="2419350"/>
                </a:lnTo>
                <a:cubicBezTo>
                  <a:pt x="68286" y="2419350"/>
                  <a:pt x="0" y="2351064"/>
                  <a:pt x="0" y="226695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37960" dir="5400000" dist="1904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609480" y="1858680"/>
            <a:ext cx="560520" cy="608040"/>
          </a:xfrm>
          <a:custGeom>
            <a:avLst/>
            <a:gdLst>
              <a:gd name="textAreaLeft" fmla="*/ 0 w 560520"/>
              <a:gd name="textAreaRight" fmla="*/ 561960 w 56052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561975" h="609600">
                <a:moveTo>
                  <a:pt x="114300" y="0"/>
                </a:moveTo>
                <a:lnTo>
                  <a:pt x="447675" y="0"/>
                </a:lnTo>
                <a:cubicBezTo>
                  <a:pt x="510801" y="0"/>
                  <a:pt x="561975" y="51174"/>
                  <a:pt x="561975" y="114300"/>
                </a:cubicBezTo>
                <a:lnTo>
                  <a:pt x="561975" y="495300"/>
                </a:lnTo>
                <a:cubicBezTo>
                  <a:pt x="561975" y="558426"/>
                  <a:pt x="510801" y="609600"/>
                  <a:pt x="447675" y="609600"/>
                </a:cubicBezTo>
                <a:lnTo>
                  <a:pt x="114300" y="609600"/>
                </a:lnTo>
                <a:cubicBezTo>
                  <a:pt x="51174" y="609600"/>
                  <a:pt x="0" y="558426"/>
                  <a:pt x="0" y="495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747720" y="202032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1319760" y="1858680"/>
            <a:ext cx="25988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Liter"/>
                <a:ea typeface="Liter"/>
              </a:rPr>
              <a:t>Уеб-базирана Платформа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609480" y="2620440"/>
            <a:ext cx="328464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350" spc="-1" strike="noStrike">
                <a:solidFill>
                  <a:srgbClr val="ffffff">
                    <a:alpha val="95000"/>
                  </a:srgbClr>
                </a:solidFill>
                <a:latin typeface="Quattrocento Sans"/>
                <a:ea typeface="Quattrocento Sans"/>
              </a:rPr>
              <a:t>Цялостно решение за управление на оборудване, достъпно от всеки браузър и устройство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390600" y="4029120"/>
            <a:ext cx="3637080" cy="2436840"/>
          </a:xfrm>
          <a:custGeom>
            <a:avLst/>
            <a:gdLst>
              <a:gd name="textAreaLeft" fmla="*/ 0 w 3637080"/>
              <a:gd name="textAreaRight" fmla="*/ 3638520 w 3637080"/>
              <a:gd name="textAreaTop" fmla="*/ 0 h 2436840"/>
              <a:gd name="textAreaBottom" fmla="*/ 2438280 h 2436840"/>
            </a:gdLst>
            <a:ahLst/>
            <a:rect l="textAreaLeft" t="textAreaTop" r="textAreaRight" b="textAreaBottom"/>
            <a:pathLst>
              <a:path w="3638550" h="2438400">
                <a:moveTo>
                  <a:pt x="152400" y="0"/>
                </a:moveTo>
                <a:lnTo>
                  <a:pt x="3486150" y="0"/>
                </a:lnTo>
                <a:cubicBezTo>
                  <a:pt x="3570262" y="0"/>
                  <a:pt x="3638550" y="68288"/>
                  <a:pt x="3638550" y="152400"/>
                </a:cubicBezTo>
                <a:lnTo>
                  <a:pt x="3638550" y="2286000"/>
                </a:lnTo>
                <a:cubicBezTo>
                  <a:pt x="3638550" y="2370112"/>
                  <a:pt x="3570262" y="2438400"/>
                  <a:pt x="3486150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0b981">
                <a:alpha val="30000"/>
              </a:srgbClr>
            </a:solidFill>
            <a:round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628560" y="444924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810720" y="4611240"/>
            <a:ext cx="248760" cy="284400"/>
          </a:xfrm>
          <a:custGeom>
            <a:avLst/>
            <a:gdLst>
              <a:gd name="textAreaLeft" fmla="*/ 0 w 248760"/>
              <a:gd name="textAreaRight" fmla="*/ 250200 w 2487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50031" h="285750">
                <a:moveTo>
                  <a:pt x="35719" y="89297"/>
                </a:moveTo>
                <a:lnTo>
                  <a:pt x="71438" y="89297"/>
                </a:lnTo>
                <a:lnTo>
                  <a:pt x="71438" y="53578"/>
                </a:lnTo>
                <a:lnTo>
                  <a:pt x="35719" y="53578"/>
                </a:lnTo>
                <a:lnTo>
                  <a:pt x="35719" y="89297"/>
                </a:lnTo>
                <a:close/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98227"/>
                </a:lnTo>
                <a:cubicBezTo>
                  <a:pt x="107156" y="113016"/>
                  <a:pt x="95157" y="125016"/>
                  <a:pt x="80367" y="125016"/>
                </a:cubicBez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  <a:moveTo>
                  <a:pt x="35719" y="232172"/>
                </a:moveTo>
                <a:lnTo>
                  <a:pt x="71438" y="232172"/>
                </a:lnTo>
                <a:lnTo>
                  <a:pt x="71438" y="196453"/>
                </a:lnTo>
                <a:lnTo>
                  <a:pt x="35719" y="196453"/>
                </a:lnTo>
                <a:lnTo>
                  <a:pt x="35719" y="232172"/>
                </a:lnTo>
                <a:close/>
                <a:moveTo>
                  <a:pt x="0" y="187523"/>
                </a:moveTo>
                <a:cubicBezTo>
                  <a:pt x="0" y="172734"/>
                  <a:pt x="11999" y="160734"/>
                  <a:pt x="26789" y="160734"/>
                </a:cubicBezTo>
                <a:lnTo>
                  <a:pt x="80367" y="160734"/>
                </a:lnTo>
                <a:cubicBezTo>
                  <a:pt x="95157" y="160734"/>
                  <a:pt x="107156" y="172734"/>
                  <a:pt x="107156" y="187523"/>
                </a:cubicBezTo>
                <a:lnTo>
                  <a:pt x="107156" y="241102"/>
                </a:lnTo>
                <a:cubicBezTo>
                  <a:pt x="107156" y="255891"/>
                  <a:pt x="95157" y="267891"/>
                  <a:pt x="80367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187523"/>
                </a:lnTo>
                <a:close/>
                <a:moveTo>
                  <a:pt x="178594" y="53578"/>
                </a:moveTo>
                <a:lnTo>
                  <a:pt x="178594" y="89297"/>
                </a:lnTo>
                <a:lnTo>
                  <a:pt x="214313" y="89297"/>
                </a:lnTo>
                <a:lnTo>
                  <a:pt x="214313" y="53578"/>
                </a:lnTo>
                <a:lnTo>
                  <a:pt x="178594" y="53578"/>
                </a:lnTo>
                <a:close/>
                <a:moveTo>
                  <a:pt x="169664" y="17859"/>
                </a:moveTo>
                <a:lnTo>
                  <a:pt x="223242" y="17859"/>
                </a:lnTo>
                <a:cubicBezTo>
                  <a:pt x="238032" y="17859"/>
                  <a:pt x="250031" y="29859"/>
                  <a:pt x="250031" y="44648"/>
                </a:cubicBezTo>
                <a:lnTo>
                  <a:pt x="250031" y="98227"/>
                </a:lnTo>
                <a:cubicBezTo>
                  <a:pt x="250031" y="113016"/>
                  <a:pt x="238032" y="125016"/>
                  <a:pt x="223242" y="125016"/>
                </a:cubicBezTo>
                <a:lnTo>
                  <a:pt x="169664" y="125016"/>
                </a:lnTo>
                <a:cubicBezTo>
                  <a:pt x="154874" y="125016"/>
                  <a:pt x="142875" y="113016"/>
                  <a:pt x="142875" y="98227"/>
                </a:cubicBezTo>
                <a:lnTo>
                  <a:pt x="142875" y="44648"/>
                </a:lnTo>
                <a:cubicBezTo>
                  <a:pt x="142875" y="29859"/>
                  <a:pt x="154874" y="17859"/>
                  <a:pt x="169664" y="17859"/>
                </a:cubicBezTo>
                <a:close/>
                <a:moveTo>
                  <a:pt x="160734" y="196453"/>
                </a:moveTo>
                <a:cubicBezTo>
                  <a:pt x="150878" y="196453"/>
                  <a:pt x="142875" y="188451"/>
                  <a:pt x="142875" y="178594"/>
                </a:cubicBezTo>
                <a:cubicBezTo>
                  <a:pt x="142875" y="168737"/>
                  <a:pt x="150878" y="160734"/>
                  <a:pt x="160734" y="160734"/>
                </a:cubicBezTo>
                <a:cubicBezTo>
                  <a:pt x="170591" y="160734"/>
                  <a:pt x="178594" y="168737"/>
                  <a:pt x="178594" y="178594"/>
                </a:cubicBezTo>
                <a:cubicBezTo>
                  <a:pt x="178594" y="188451"/>
                  <a:pt x="170591" y="196453"/>
                  <a:pt x="160734" y="196453"/>
                </a:cubicBezTo>
                <a:close/>
                <a:moveTo>
                  <a:pt x="160734" y="232172"/>
                </a:moveTo>
                <a:cubicBezTo>
                  <a:pt x="170613" y="232172"/>
                  <a:pt x="178594" y="240153"/>
                  <a:pt x="178594" y="250031"/>
                </a:cubicBezTo>
                <a:cubicBezTo>
                  <a:pt x="178594" y="259910"/>
                  <a:pt x="170613" y="267891"/>
                  <a:pt x="160734" y="267891"/>
                </a:cubicBezTo>
                <a:cubicBezTo>
                  <a:pt x="150856" y="267891"/>
                  <a:pt x="142875" y="259910"/>
                  <a:pt x="142875" y="250031"/>
                </a:cubicBezTo>
                <a:cubicBezTo>
                  <a:pt x="142875" y="240153"/>
                  <a:pt x="150856" y="232172"/>
                  <a:pt x="160734" y="232172"/>
                </a:cubicBezTo>
                <a:close/>
                <a:moveTo>
                  <a:pt x="214313" y="250031"/>
                </a:moveTo>
                <a:cubicBezTo>
                  <a:pt x="214313" y="240153"/>
                  <a:pt x="222293" y="232172"/>
                  <a:pt x="232172" y="232172"/>
                </a:cubicBezTo>
                <a:cubicBezTo>
                  <a:pt x="242050" y="232172"/>
                  <a:pt x="250031" y="240153"/>
                  <a:pt x="250031" y="250031"/>
                </a:cubicBezTo>
                <a:cubicBezTo>
                  <a:pt x="250031" y="259910"/>
                  <a:pt x="242050" y="267891"/>
                  <a:pt x="232172" y="267891"/>
                </a:cubicBezTo>
                <a:cubicBezTo>
                  <a:pt x="222293" y="267891"/>
                  <a:pt x="214313" y="259910"/>
                  <a:pt x="214313" y="250031"/>
                </a:cubicBezTo>
                <a:close/>
                <a:moveTo>
                  <a:pt x="232172" y="196453"/>
                </a:moveTo>
                <a:cubicBezTo>
                  <a:pt x="222315" y="196453"/>
                  <a:pt x="214313" y="188451"/>
                  <a:pt x="214313" y="178594"/>
                </a:cubicBezTo>
                <a:cubicBezTo>
                  <a:pt x="214313" y="168737"/>
                  <a:pt x="222315" y="160734"/>
                  <a:pt x="232172" y="160734"/>
                </a:cubicBezTo>
                <a:cubicBezTo>
                  <a:pt x="242029" y="160734"/>
                  <a:pt x="250031" y="168737"/>
                  <a:pt x="250031" y="178594"/>
                </a:cubicBezTo>
                <a:cubicBezTo>
                  <a:pt x="250031" y="188451"/>
                  <a:pt x="242029" y="196453"/>
                  <a:pt x="232172" y="196453"/>
                </a:cubicBezTo>
                <a:close/>
                <a:moveTo>
                  <a:pt x="214313" y="214313"/>
                </a:moveTo>
                <a:cubicBezTo>
                  <a:pt x="214313" y="224169"/>
                  <a:pt x="206310" y="232172"/>
                  <a:pt x="196453" y="232172"/>
                </a:cubicBezTo>
                <a:cubicBezTo>
                  <a:pt x="186596" y="232172"/>
                  <a:pt x="178594" y="224169"/>
                  <a:pt x="178594" y="214313"/>
                </a:cubicBezTo>
                <a:cubicBezTo>
                  <a:pt x="178594" y="204456"/>
                  <a:pt x="186596" y="196453"/>
                  <a:pt x="196453" y="196453"/>
                </a:cubicBezTo>
                <a:cubicBezTo>
                  <a:pt x="206310" y="196453"/>
                  <a:pt x="214313" y="204456"/>
                  <a:pt x="214313" y="214313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1390680" y="4601880"/>
            <a:ext cx="1598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QR Сканиране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628560" y="5211360"/>
            <a:ext cx="32464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Мигновено вписване и изписване чрез сканиране на QR кодове с мобилно устройство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4276800" y="1457280"/>
            <a:ext cx="3637080" cy="2417760"/>
          </a:xfrm>
          <a:custGeom>
            <a:avLst/>
            <a:gdLst>
              <a:gd name="textAreaLeft" fmla="*/ 0 w 3637080"/>
              <a:gd name="textAreaRight" fmla="*/ 3638520 w 3637080"/>
              <a:gd name="textAreaTop" fmla="*/ 0 h 2417760"/>
              <a:gd name="textAreaBottom" fmla="*/ 2419200 h 2417760"/>
            </a:gdLst>
            <a:ahLst/>
            <a:rect l="textAreaLeft" t="textAreaTop" r="textAreaRight" b="textAreaBottom"/>
            <a:pathLst>
              <a:path w="3638550" h="2419350">
                <a:moveTo>
                  <a:pt x="152395" y="0"/>
                </a:moveTo>
                <a:lnTo>
                  <a:pt x="3486155" y="0"/>
                </a:lnTo>
                <a:cubicBezTo>
                  <a:pt x="3570264" y="0"/>
                  <a:pt x="3638550" y="68286"/>
                  <a:pt x="3638550" y="152395"/>
                </a:cubicBezTo>
                <a:lnTo>
                  <a:pt x="3638550" y="2266955"/>
                </a:lnTo>
                <a:cubicBezTo>
                  <a:pt x="3638550" y="2351064"/>
                  <a:pt x="3570264" y="2419350"/>
                  <a:pt x="3486155" y="2419350"/>
                </a:cubicBezTo>
                <a:lnTo>
                  <a:pt x="152395" y="2419350"/>
                </a:lnTo>
                <a:cubicBezTo>
                  <a:pt x="68286" y="2419350"/>
                  <a:pt x="0" y="2351064"/>
                  <a:pt x="0" y="226695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3b82f6">
                <a:alpha val="30000"/>
              </a:srgbClr>
            </a:solidFill>
            <a:round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4514760" y="1868040"/>
            <a:ext cx="598680" cy="608040"/>
          </a:xfrm>
          <a:custGeom>
            <a:avLst/>
            <a:gdLst>
              <a:gd name="textAreaLeft" fmla="*/ 0 w 598680"/>
              <a:gd name="textAreaRight" fmla="*/ 600120 w 59868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0075" h="609600">
                <a:moveTo>
                  <a:pt x="114302" y="0"/>
                </a:moveTo>
                <a:lnTo>
                  <a:pt x="485773" y="0"/>
                </a:lnTo>
                <a:cubicBezTo>
                  <a:pt x="548858" y="0"/>
                  <a:pt x="600075" y="51217"/>
                  <a:pt x="600075" y="114302"/>
                </a:cubicBezTo>
                <a:lnTo>
                  <a:pt x="600075" y="495298"/>
                </a:lnTo>
                <a:cubicBezTo>
                  <a:pt x="600075" y="558383"/>
                  <a:pt x="548858" y="609600"/>
                  <a:pt x="485773" y="609600"/>
                </a:cubicBezTo>
                <a:lnTo>
                  <a:pt x="114302" y="609600"/>
                </a:lnTo>
                <a:cubicBezTo>
                  <a:pt x="51217" y="609600"/>
                  <a:pt x="0" y="558383"/>
                  <a:pt x="0" y="4952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4672080" y="203004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5262840" y="1868040"/>
            <a:ext cx="252252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Автоматизиран Процес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4514760" y="2630160"/>
            <a:ext cx="32464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Работен процес: Ученик → Учител → Одобрение с автоматични имейл известия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4276800" y="4048200"/>
            <a:ext cx="3637080" cy="2417760"/>
          </a:xfrm>
          <a:custGeom>
            <a:avLst/>
            <a:gdLst>
              <a:gd name="textAreaLeft" fmla="*/ 0 w 3637080"/>
              <a:gd name="textAreaRight" fmla="*/ 3638520 w 3637080"/>
              <a:gd name="textAreaTop" fmla="*/ 0 h 2417760"/>
              <a:gd name="textAreaBottom" fmla="*/ 2419200 h 2417760"/>
            </a:gdLst>
            <a:ahLst/>
            <a:rect l="textAreaLeft" t="textAreaTop" r="textAreaRight" b="textAreaBottom"/>
            <a:pathLst>
              <a:path w="3638550" h="2419350">
                <a:moveTo>
                  <a:pt x="152395" y="0"/>
                </a:moveTo>
                <a:lnTo>
                  <a:pt x="3486155" y="0"/>
                </a:lnTo>
                <a:cubicBezTo>
                  <a:pt x="3570264" y="0"/>
                  <a:pt x="3638550" y="68286"/>
                  <a:pt x="3638550" y="152395"/>
                </a:cubicBezTo>
                <a:lnTo>
                  <a:pt x="3638550" y="2266955"/>
                </a:lnTo>
                <a:cubicBezTo>
                  <a:pt x="3638550" y="2351064"/>
                  <a:pt x="3570264" y="2419350"/>
                  <a:pt x="3486155" y="2419350"/>
                </a:cubicBezTo>
                <a:lnTo>
                  <a:pt x="152395" y="2419350"/>
                </a:lnTo>
                <a:cubicBezTo>
                  <a:pt x="68286" y="2419350"/>
                  <a:pt x="0" y="2351064"/>
                  <a:pt x="0" y="226695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b5cf6">
                <a:alpha val="30000"/>
              </a:srgbClr>
            </a:solidFill>
            <a:round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0"/>
          <p:cNvSpPr/>
          <p:nvPr/>
        </p:nvSpPr>
        <p:spPr>
          <a:xfrm>
            <a:off x="4514760" y="459828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21"/>
          <p:cNvSpPr/>
          <p:nvPr/>
        </p:nvSpPr>
        <p:spPr>
          <a:xfrm>
            <a:off x="4672080" y="477324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5275080" y="4611240"/>
            <a:ext cx="251316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00" spc="-1" strike="noStrike">
                <a:solidFill>
                  <a:srgbClr val="1e293b"/>
                </a:solidFill>
                <a:latin typeface="Liter"/>
                <a:ea typeface="Liter"/>
              </a:rPr>
              <a:t>Анализи в реално време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4514760" y="5360040"/>
            <a:ext cx="3246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Табло със статистики, графики и ключови показатели за оборудването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8163000" y="1457280"/>
            <a:ext cx="3637080" cy="2436840"/>
          </a:xfrm>
          <a:custGeom>
            <a:avLst/>
            <a:gdLst>
              <a:gd name="textAreaLeft" fmla="*/ 0 w 3637080"/>
              <a:gd name="textAreaRight" fmla="*/ 3638520 w 3637080"/>
              <a:gd name="textAreaTop" fmla="*/ 0 h 2436840"/>
              <a:gd name="textAreaBottom" fmla="*/ 2438280 h 2436840"/>
            </a:gdLst>
            <a:ahLst/>
            <a:rect l="textAreaLeft" t="textAreaTop" r="textAreaRight" b="textAreaBottom"/>
            <a:pathLst>
              <a:path w="3638550" h="2438400">
                <a:moveTo>
                  <a:pt x="152400" y="0"/>
                </a:moveTo>
                <a:lnTo>
                  <a:pt x="3486150" y="0"/>
                </a:lnTo>
                <a:cubicBezTo>
                  <a:pt x="3570262" y="0"/>
                  <a:pt x="3638550" y="68288"/>
                  <a:pt x="3638550" y="152400"/>
                </a:cubicBezTo>
                <a:lnTo>
                  <a:pt x="3638550" y="2286000"/>
                </a:lnTo>
                <a:cubicBezTo>
                  <a:pt x="3638550" y="2370112"/>
                  <a:pt x="3570262" y="2438400"/>
                  <a:pt x="3486150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59e0b">
                <a:alpha val="30000"/>
              </a:srgbClr>
            </a:solidFill>
            <a:round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5"/>
          <p:cNvSpPr/>
          <p:nvPr/>
        </p:nvSpPr>
        <p:spPr>
          <a:xfrm>
            <a:off x="8400960" y="2017080"/>
            <a:ext cx="493920" cy="608040"/>
          </a:xfrm>
          <a:custGeom>
            <a:avLst/>
            <a:gdLst>
              <a:gd name="textAreaLeft" fmla="*/ 0 w 493920"/>
              <a:gd name="textAreaRight" fmla="*/ 495360 w 49392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495300" h="609600">
                <a:moveTo>
                  <a:pt x="114300" y="0"/>
                </a:moveTo>
                <a:lnTo>
                  <a:pt x="381000" y="0"/>
                </a:lnTo>
                <a:cubicBezTo>
                  <a:pt x="444126" y="0"/>
                  <a:pt x="495300" y="51174"/>
                  <a:pt x="495300" y="114300"/>
                </a:cubicBezTo>
                <a:lnTo>
                  <a:pt x="495300" y="495300"/>
                </a:lnTo>
                <a:cubicBezTo>
                  <a:pt x="495300" y="558426"/>
                  <a:pt x="444126" y="609600"/>
                  <a:pt x="381000" y="609600"/>
                </a:cubicBezTo>
                <a:lnTo>
                  <a:pt x="114300" y="609600"/>
                </a:lnTo>
                <a:cubicBezTo>
                  <a:pt x="51174" y="609600"/>
                  <a:pt x="0" y="558426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6"/>
          <p:cNvSpPr/>
          <p:nvPr/>
        </p:nvSpPr>
        <p:spPr>
          <a:xfrm>
            <a:off x="8543160" y="2178720"/>
            <a:ext cx="212760" cy="284400"/>
          </a:xfrm>
          <a:custGeom>
            <a:avLst/>
            <a:gdLst>
              <a:gd name="textAreaLeft" fmla="*/ 0 w 212760"/>
              <a:gd name="textAreaRight" fmla="*/ 214200 w 2127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98227" y="196453"/>
                </a:moveTo>
                <a:lnTo>
                  <a:pt x="116086" y="196453"/>
                </a:lnTo>
                <a:cubicBezTo>
                  <a:pt x="125964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80367" y="258961"/>
                </a:lnTo>
                <a:lnTo>
                  <a:pt x="80367" y="214313"/>
                </a:lnTo>
                <a:cubicBezTo>
                  <a:pt x="80367" y="204434"/>
                  <a:pt x="88348" y="196453"/>
                  <a:pt x="98227" y="196453"/>
                </a:cubicBezTo>
                <a:close/>
                <a:moveTo>
                  <a:pt x="53578" y="62508"/>
                </a:moveTo>
                <a:cubicBezTo>
                  <a:pt x="53578" y="57596"/>
                  <a:pt x="57596" y="53578"/>
                  <a:pt x="62508" y="53578"/>
                </a:cubicBezTo>
                <a:lnTo>
                  <a:pt x="80367" y="53578"/>
                </a:lnTo>
                <a:cubicBezTo>
                  <a:pt x="85279" y="53578"/>
                  <a:pt x="89297" y="57596"/>
                  <a:pt x="89297" y="62508"/>
                </a:cubicBezTo>
                <a:lnTo>
                  <a:pt x="89297" y="80367"/>
                </a:lnTo>
                <a:cubicBezTo>
                  <a:pt x="89297" y="85279"/>
                  <a:pt x="85279" y="89297"/>
                  <a:pt x="80367" y="89297"/>
                </a:cubicBezTo>
                <a:lnTo>
                  <a:pt x="62508" y="89297"/>
                </a:lnTo>
                <a:cubicBezTo>
                  <a:pt x="57596" y="89297"/>
                  <a:pt x="53578" y="85279"/>
                  <a:pt x="53578" y="80367"/>
                </a:cubicBezTo>
                <a:lnTo>
                  <a:pt x="53578" y="62508"/>
                </a:lnTo>
                <a:close/>
                <a:moveTo>
                  <a:pt x="133945" y="53578"/>
                </a:moveTo>
                <a:lnTo>
                  <a:pt x="151805" y="53578"/>
                </a:lnTo>
                <a:cubicBezTo>
                  <a:pt x="156716" y="53578"/>
                  <a:pt x="160734" y="57596"/>
                  <a:pt x="160734" y="62508"/>
                </a:cubicBezTo>
                <a:lnTo>
                  <a:pt x="160734" y="80367"/>
                </a:lnTo>
                <a:cubicBezTo>
                  <a:pt x="160734" y="85279"/>
                  <a:pt x="156716" y="89297"/>
                  <a:pt x="151805" y="89297"/>
                </a:cubicBezTo>
                <a:lnTo>
                  <a:pt x="133945" y="89297"/>
                </a:lnTo>
                <a:cubicBezTo>
                  <a:pt x="129034" y="89297"/>
                  <a:pt x="125016" y="85279"/>
                  <a:pt x="125016" y="80367"/>
                </a:cubicBezTo>
                <a:lnTo>
                  <a:pt x="125016" y="62508"/>
                </a:lnTo>
                <a:cubicBezTo>
                  <a:pt x="125016" y="57596"/>
                  <a:pt x="129034" y="53578"/>
                  <a:pt x="133945" y="53578"/>
                </a:cubicBezTo>
                <a:close/>
                <a:moveTo>
                  <a:pt x="53578" y="133945"/>
                </a:moveTo>
                <a:cubicBezTo>
                  <a:pt x="53578" y="129034"/>
                  <a:pt x="57596" y="125016"/>
                  <a:pt x="62508" y="125016"/>
                </a:cubicBezTo>
                <a:lnTo>
                  <a:pt x="80367" y="125016"/>
                </a:lnTo>
                <a:cubicBezTo>
                  <a:pt x="85279" y="125016"/>
                  <a:pt x="89297" y="129034"/>
                  <a:pt x="89297" y="133945"/>
                </a:cubicBezTo>
                <a:lnTo>
                  <a:pt x="89297" y="151805"/>
                </a:lnTo>
                <a:cubicBezTo>
                  <a:pt x="89297" y="156716"/>
                  <a:pt x="85279" y="160734"/>
                  <a:pt x="80367" y="160734"/>
                </a:cubicBezTo>
                <a:lnTo>
                  <a:pt x="62508" y="160734"/>
                </a:lnTo>
                <a:cubicBezTo>
                  <a:pt x="57596" y="160734"/>
                  <a:pt x="53578" y="156716"/>
                  <a:pt x="53578" y="151805"/>
                </a:cubicBezTo>
                <a:lnTo>
                  <a:pt x="53578" y="133945"/>
                </a:lnTo>
                <a:close/>
                <a:moveTo>
                  <a:pt x="133945" y="125016"/>
                </a:moveTo>
                <a:lnTo>
                  <a:pt x="151805" y="125016"/>
                </a:lnTo>
                <a:cubicBezTo>
                  <a:pt x="156716" y="125016"/>
                  <a:pt x="160734" y="129034"/>
                  <a:pt x="160734" y="133945"/>
                </a:cubicBezTo>
                <a:lnTo>
                  <a:pt x="160734" y="151805"/>
                </a:lnTo>
                <a:cubicBezTo>
                  <a:pt x="160734" y="156716"/>
                  <a:pt x="156716" y="160734"/>
                  <a:pt x="151805" y="160734"/>
                </a:cubicBezTo>
                <a:lnTo>
                  <a:pt x="133945" y="160734"/>
                </a:lnTo>
                <a:cubicBezTo>
                  <a:pt x="129034" y="160734"/>
                  <a:pt x="125016" y="156716"/>
                  <a:pt x="125016" y="151805"/>
                </a:cubicBezTo>
                <a:lnTo>
                  <a:pt x="125016" y="133945"/>
                </a:lnTo>
                <a:cubicBezTo>
                  <a:pt x="125016" y="129034"/>
                  <a:pt x="129034" y="125016"/>
                  <a:pt x="133945" y="125016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9046800" y="2017080"/>
            <a:ext cx="26276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Мулти-Училищна Поддръжка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8400960" y="2778840"/>
            <a:ext cx="3246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Една инсталация поддържа множество училища с пълна изолация на данните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9"/>
          <p:cNvSpPr/>
          <p:nvPr/>
        </p:nvSpPr>
        <p:spPr>
          <a:xfrm>
            <a:off x="8153280" y="4057560"/>
            <a:ext cx="3656160" cy="2417760"/>
          </a:xfrm>
          <a:custGeom>
            <a:avLst/>
            <a:gdLst>
              <a:gd name="textAreaLeft" fmla="*/ 0 w 3656160"/>
              <a:gd name="textAreaRight" fmla="*/ 3657600 w 3656160"/>
              <a:gd name="textAreaTop" fmla="*/ 0 h 2417760"/>
              <a:gd name="textAreaBottom" fmla="*/ 2419200 h 2417760"/>
            </a:gdLst>
            <a:ahLst/>
            <a:rect l="textAreaLeft" t="textAreaTop" r="textAreaRight" b="textAreaBottom"/>
            <a:pathLst>
              <a:path w="3657600" h="2419350">
                <a:moveTo>
                  <a:pt x="152395" y="0"/>
                </a:moveTo>
                <a:lnTo>
                  <a:pt x="3505205" y="0"/>
                </a:lnTo>
                <a:cubicBezTo>
                  <a:pt x="3589314" y="0"/>
                  <a:pt x="3657600" y="68286"/>
                  <a:pt x="3657600" y="152395"/>
                </a:cubicBezTo>
                <a:lnTo>
                  <a:pt x="3657600" y="2266955"/>
                </a:lnTo>
                <a:cubicBezTo>
                  <a:pt x="3657600" y="2351064"/>
                  <a:pt x="3589314" y="2419350"/>
                  <a:pt x="3505205" y="2419350"/>
                </a:cubicBezTo>
                <a:lnTo>
                  <a:pt x="152395" y="2419350"/>
                </a:lnTo>
                <a:cubicBezTo>
                  <a:pt x="68286" y="2419350"/>
                  <a:pt x="0" y="2351064"/>
                  <a:pt x="0" y="226695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37960" dir="5400000" dist="1904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0"/>
          <p:cNvSpPr/>
          <p:nvPr/>
        </p:nvSpPr>
        <p:spPr>
          <a:xfrm>
            <a:off x="8381880" y="4607640"/>
            <a:ext cx="513000" cy="608040"/>
          </a:xfrm>
          <a:custGeom>
            <a:avLst/>
            <a:gdLst>
              <a:gd name="textAreaLeft" fmla="*/ 0 w 513000"/>
              <a:gd name="textAreaRight" fmla="*/ 514440 w 51300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514350" h="609600">
                <a:moveTo>
                  <a:pt x="114299" y="0"/>
                </a:moveTo>
                <a:lnTo>
                  <a:pt x="400051" y="0"/>
                </a:lnTo>
                <a:cubicBezTo>
                  <a:pt x="463177" y="0"/>
                  <a:pt x="514350" y="51173"/>
                  <a:pt x="514350" y="114299"/>
                </a:cubicBezTo>
                <a:lnTo>
                  <a:pt x="514350" y="495301"/>
                </a:lnTo>
                <a:cubicBezTo>
                  <a:pt x="514350" y="558427"/>
                  <a:pt x="463177" y="609600"/>
                  <a:pt x="400051" y="609600"/>
                </a:cubicBezTo>
                <a:lnTo>
                  <a:pt x="114299" y="609600"/>
                </a:lnTo>
                <a:cubicBezTo>
                  <a:pt x="51173" y="609600"/>
                  <a:pt x="0" y="558427"/>
                  <a:pt x="0" y="4953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1"/>
          <p:cNvSpPr/>
          <p:nvPr/>
        </p:nvSpPr>
        <p:spPr>
          <a:xfrm>
            <a:off x="8496720" y="476964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2"/>
          <p:cNvSpPr/>
          <p:nvPr/>
        </p:nvSpPr>
        <p:spPr>
          <a:xfrm>
            <a:off x="9044640" y="4607640"/>
            <a:ext cx="264636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Liter"/>
                <a:ea typeface="Liter"/>
              </a:rPr>
              <a:t>Сигурност от Клас Enterprise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3"/>
          <p:cNvSpPr/>
          <p:nvPr/>
        </p:nvSpPr>
        <p:spPr>
          <a:xfrm>
            <a:off x="8381880" y="5369760"/>
            <a:ext cx="328464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350" spc="-1" strike="noStrike">
                <a:solidFill>
                  <a:srgbClr val="ffffff">
                    <a:alpha val="95000"/>
                  </a:srgbClr>
                </a:solidFill>
                <a:latin typeface="Quattrocento Sans"/>
                <a:ea typeface="Quattrocento Sans"/>
              </a:rPr>
              <a:t>JWT автентикация, RBAC, защита от SQL инжекции, XSS и CSRF атаки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380880" y="38088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502560" y="514440"/>
            <a:ext cx="212760" cy="189000"/>
          </a:xfrm>
          <a:custGeom>
            <a:avLst/>
            <a:gdLst>
              <a:gd name="textAreaLeft" fmla="*/ 0 w 212760"/>
              <a:gd name="textAreaRight" fmla="*/ 214200 w 21276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952560" y="380880"/>
            <a:ext cx="750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Ключови Функционалности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952560" y="914400"/>
            <a:ext cx="10952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Всичко необходимо за ефективно управление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380880" y="1263600"/>
            <a:ext cx="3703680" cy="262764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2627640"/>
              <a:gd name="textAreaBottom" fmla="*/ 2629080 h 2627640"/>
            </a:gdLst>
            <a:ahLst/>
            <a:rect l="textAreaLeft" t="textAreaTop" r="textAreaRight" b="textAreaBottom"/>
            <a:pathLst>
              <a:path w="3705225" h="26289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76503"/>
                </a:lnTo>
                <a:cubicBezTo>
                  <a:pt x="3705225" y="2560669"/>
                  <a:pt x="3636994" y="2628900"/>
                  <a:pt x="3552828" y="2628900"/>
                </a:cubicBezTo>
                <a:lnTo>
                  <a:pt x="152397" y="2628900"/>
                </a:lnTo>
                <a:cubicBezTo>
                  <a:pt x="68231" y="2628900"/>
                  <a:pt x="0" y="2560669"/>
                  <a:pt x="0" y="24765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80880" y="1263600"/>
            <a:ext cx="3703680" cy="3672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571680" y="147312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753840" y="1635120"/>
            <a:ext cx="248760" cy="284400"/>
          </a:xfrm>
          <a:custGeom>
            <a:avLst/>
            <a:gdLst>
              <a:gd name="textAreaLeft" fmla="*/ 0 w 248760"/>
              <a:gd name="textAreaRight" fmla="*/ 250200 w 2487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50031" h="285750">
                <a:moveTo>
                  <a:pt x="35719" y="89297"/>
                </a:moveTo>
                <a:lnTo>
                  <a:pt x="71438" y="89297"/>
                </a:lnTo>
                <a:lnTo>
                  <a:pt x="71438" y="53578"/>
                </a:lnTo>
                <a:lnTo>
                  <a:pt x="35719" y="53578"/>
                </a:lnTo>
                <a:lnTo>
                  <a:pt x="35719" y="89297"/>
                </a:lnTo>
                <a:close/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98227"/>
                </a:lnTo>
                <a:cubicBezTo>
                  <a:pt x="107156" y="113016"/>
                  <a:pt x="95157" y="125016"/>
                  <a:pt x="80367" y="125016"/>
                </a:cubicBez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  <a:moveTo>
                  <a:pt x="35719" y="232172"/>
                </a:moveTo>
                <a:lnTo>
                  <a:pt x="71438" y="232172"/>
                </a:lnTo>
                <a:lnTo>
                  <a:pt x="71438" y="196453"/>
                </a:lnTo>
                <a:lnTo>
                  <a:pt x="35719" y="196453"/>
                </a:lnTo>
                <a:lnTo>
                  <a:pt x="35719" y="232172"/>
                </a:lnTo>
                <a:close/>
                <a:moveTo>
                  <a:pt x="0" y="187523"/>
                </a:moveTo>
                <a:cubicBezTo>
                  <a:pt x="0" y="172734"/>
                  <a:pt x="11999" y="160734"/>
                  <a:pt x="26789" y="160734"/>
                </a:cubicBezTo>
                <a:lnTo>
                  <a:pt x="80367" y="160734"/>
                </a:lnTo>
                <a:cubicBezTo>
                  <a:pt x="95157" y="160734"/>
                  <a:pt x="107156" y="172734"/>
                  <a:pt x="107156" y="187523"/>
                </a:cubicBezTo>
                <a:lnTo>
                  <a:pt x="107156" y="241102"/>
                </a:lnTo>
                <a:cubicBezTo>
                  <a:pt x="107156" y="255891"/>
                  <a:pt x="95157" y="267891"/>
                  <a:pt x="80367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187523"/>
                </a:lnTo>
                <a:close/>
                <a:moveTo>
                  <a:pt x="178594" y="53578"/>
                </a:moveTo>
                <a:lnTo>
                  <a:pt x="178594" y="89297"/>
                </a:lnTo>
                <a:lnTo>
                  <a:pt x="214313" y="89297"/>
                </a:lnTo>
                <a:lnTo>
                  <a:pt x="214313" y="53578"/>
                </a:lnTo>
                <a:lnTo>
                  <a:pt x="178594" y="53578"/>
                </a:lnTo>
                <a:close/>
                <a:moveTo>
                  <a:pt x="169664" y="17859"/>
                </a:moveTo>
                <a:lnTo>
                  <a:pt x="223242" y="17859"/>
                </a:lnTo>
                <a:cubicBezTo>
                  <a:pt x="238032" y="17859"/>
                  <a:pt x="250031" y="29859"/>
                  <a:pt x="250031" y="44648"/>
                </a:cubicBezTo>
                <a:lnTo>
                  <a:pt x="250031" y="98227"/>
                </a:lnTo>
                <a:cubicBezTo>
                  <a:pt x="250031" y="113016"/>
                  <a:pt x="238032" y="125016"/>
                  <a:pt x="223242" y="125016"/>
                </a:cubicBezTo>
                <a:lnTo>
                  <a:pt x="169664" y="125016"/>
                </a:lnTo>
                <a:cubicBezTo>
                  <a:pt x="154874" y="125016"/>
                  <a:pt x="142875" y="113016"/>
                  <a:pt x="142875" y="98227"/>
                </a:cubicBezTo>
                <a:lnTo>
                  <a:pt x="142875" y="44648"/>
                </a:lnTo>
                <a:cubicBezTo>
                  <a:pt x="142875" y="29859"/>
                  <a:pt x="154874" y="17859"/>
                  <a:pt x="169664" y="17859"/>
                </a:cubicBezTo>
                <a:close/>
                <a:moveTo>
                  <a:pt x="160734" y="196453"/>
                </a:moveTo>
                <a:cubicBezTo>
                  <a:pt x="150878" y="196453"/>
                  <a:pt x="142875" y="188451"/>
                  <a:pt x="142875" y="178594"/>
                </a:cubicBezTo>
                <a:cubicBezTo>
                  <a:pt x="142875" y="168737"/>
                  <a:pt x="150878" y="160734"/>
                  <a:pt x="160734" y="160734"/>
                </a:cubicBezTo>
                <a:cubicBezTo>
                  <a:pt x="170591" y="160734"/>
                  <a:pt x="178594" y="168737"/>
                  <a:pt x="178594" y="178594"/>
                </a:cubicBezTo>
                <a:cubicBezTo>
                  <a:pt x="178594" y="188451"/>
                  <a:pt x="170591" y="196453"/>
                  <a:pt x="160734" y="196453"/>
                </a:cubicBezTo>
                <a:close/>
                <a:moveTo>
                  <a:pt x="160734" y="232172"/>
                </a:moveTo>
                <a:cubicBezTo>
                  <a:pt x="170613" y="232172"/>
                  <a:pt x="178594" y="240153"/>
                  <a:pt x="178594" y="250031"/>
                </a:cubicBezTo>
                <a:cubicBezTo>
                  <a:pt x="178594" y="259910"/>
                  <a:pt x="170613" y="267891"/>
                  <a:pt x="160734" y="267891"/>
                </a:cubicBezTo>
                <a:cubicBezTo>
                  <a:pt x="150856" y="267891"/>
                  <a:pt x="142875" y="259910"/>
                  <a:pt x="142875" y="250031"/>
                </a:cubicBezTo>
                <a:cubicBezTo>
                  <a:pt x="142875" y="240153"/>
                  <a:pt x="150856" y="232172"/>
                  <a:pt x="160734" y="232172"/>
                </a:cubicBezTo>
                <a:close/>
                <a:moveTo>
                  <a:pt x="214313" y="250031"/>
                </a:moveTo>
                <a:cubicBezTo>
                  <a:pt x="214313" y="240153"/>
                  <a:pt x="222293" y="232172"/>
                  <a:pt x="232172" y="232172"/>
                </a:cubicBezTo>
                <a:cubicBezTo>
                  <a:pt x="242050" y="232172"/>
                  <a:pt x="250031" y="240153"/>
                  <a:pt x="250031" y="250031"/>
                </a:cubicBezTo>
                <a:cubicBezTo>
                  <a:pt x="250031" y="259910"/>
                  <a:pt x="242050" y="267891"/>
                  <a:pt x="232172" y="267891"/>
                </a:cubicBezTo>
                <a:cubicBezTo>
                  <a:pt x="222293" y="267891"/>
                  <a:pt x="214313" y="259910"/>
                  <a:pt x="214313" y="250031"/>
                </a:cubicBezTo>
                <a:close/>
                <a:moveTo>
                  <a:pt x="232172" y="196453"/>
                </a:moveTo>
                <a:cubicBezTo>
                  <a:pt x="222315" y="196453"/>
                  <a:pt x="214313" y="188451"/>
                  <a:pt x="214313" y="178594"/>
                </a:cubicBezTo>
                <a:cubicBezTo>
                  <a:pt x="214313" y="168737"/>
                  <a:pt x="222315" y="160734"/>
                  <a:pt x="232172" y="160734"/>
                </a:cubicBezTo>
                <a:cubicBezTo>
                  <a:pt x="242029" y="160734"/>
                  <a:pt x="250031" y="168737"/>
                  <a:pt x="250031" y="178594"/>
                </a:cubicBezTo>
                <a:cubicBezTo>
                  <a:pt x="250031" y="188451"/>
                  <a:pt x="242029" y="196453"/>
                  <a:pt x="232172" y="196453"/>
                </a:cubicBezTo>
                <a:close/>
                <a:moveTo>
                  <a:pt x="214313" y="214313"/>
                </a:moveTo>
                <a:cubicBezTo>
                  <a:pt x="214313" y="224169"/>
                  <a:pt x="206310" y="232172"/>
                  <a:pt x="196453" y="232172"/>
                </a:cubicBezTo>
                <a:cubicBezTo>
                  <a:pt x="186596" y="232172"/>
                  <a:pt x="178594" y="224169"/>
                  <a:pt x="178594" y="214313"/>
                </a:cubicBezTo>
                <a:cubicBezTo>
                  <a:pt x="178594" y="204456"/>
                  <a:pt x="186596" y="196453"/>
                  <a:pt x="196453" y="196453"/>
                </a:cubicBezTo>
                <a:cubicBezTo>
                  <a:pt x="206310" y="196453"/>
                  <a:pt x="214313" y="204456"/>
                  <a:pt x="214313" y="2143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571680" y="2235240"/>
            <a:ext cx="3436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QR Проследяване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571680" y="2616120"/>
            <a:ext cx="33991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Автоматично генериране на уникални QR кодове за всяко оборудване. Мигновено сканиране и идентификация.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590400" y="351144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838080" y="3473280"/>
            <a:ext cx="3047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Намалява времето за търсене с 90%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4241880" y="1263600"/>
            <a:ext cx="3703680" cy="262764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2627640"/>
              <a:gd name="textAreaBottom" fmla="*/ 2629080 h 2627640"/>
            </a:gdLst>
            <a:ahLst/>
            <a:rect l="textAreaLeft" t="textAreaTop" r="textAreaRight" b="textAreaBottom"/>
            <a:pathLst>
              <a:path w="3705225" h="26289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76503"/>
                </a:lnTo>
                <a:cubicBezTo>
                  <a:pt x="3705225" y="2560669"/>
                  <a:pt x="3636994" y="2628900"/>
                  <a:pt x="3552828" y="2628900"/>
                </a:cubicBezTo>
                <a:lnTo>
                  <a:pt x="152397" y="2628900"/>
                </a:lnTo>
                <a:cubicBezTo>
                  <a:pt x="68231" y="2628900"/>
                  <a:pt x="0" y="2560669"/>
                  <a:pt x="0" y="24765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4241880" y="1263600"/>
            <a:ext cx="3703680" cy="3672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4432320" y="147312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4560840" y="1635120"/>
            <a:ext cx="355680" cy="284400"/>
          </a:xfrm>
          <a:custGeom>
            <a:avLst/>
            <a:gdLst>
              <a:gd name="textAreaLeft" fmla="*/ 0 w 355680"/>
              <a:gd name="textAreaRight" fmla="*/ 357120 w 35568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357188" h="285750">
                <a:moveTo>
                  <a:pt x="178594" y="125016"/>
                </a:moveTo>
                <a:cubicBezTo>
                  <a:pt x="210629" y="125016"/>
                  <a:pt x="236637" y="99007"/>
                  <a:pt x="236637" y="66973"/>
                </a:cubicBezTo>
                <a:cubicBezTo>
                  <a:pt x="236637" y="34938"/>
                  <a:pt x="210629" y="8930"/>
                  <a:pt x="178594" y="8930"/>
                </a:cubicBezTo>
                <a:cubicBezTo>
                  <a:pt x="146559" y="8930"/>
                  <a:pt x="120551" y="34938"/>
                  <a:pt x="120551" y="66973"/>
                </a:cubicBezTo>
                <a:cubicBezTo>
                  <a:pt x="120551" y="99007"/>
                  <a:pt x="146559" y="125016"/>
                  <a:pt x="178594" y="125016"/>
                </a:cubicBezTo>
                <a:close/>
                <a:moveTo>
                  <a:pt x="53578" y="129480"/>
                </a:moveTo>
                <a:cubicBezTo>
                  <a:pt x="75756" y="129480"/>
                  <a:pt x="93762" y="111475"/>
                  <a:pt x="93762" y="89297"/>
                </a:cubicBezTo>
                <a:cubicBezTo>
                  <a:pt x="93762" y="67119"/>
                  <a:pt x="75756" y="49113"/>
                  <a:pt x="53578" y="49113"/>
                </a:cubicBezTo>
                <a:cubicBezTo>
                  <a:pt x="31400" y="49113"/>
                  <a:pt x="13395" y="67119"/>
                  <a:pt x="13395" y="89297"/>
                </a:cubicBezTo>
                <a:cubicBezTo>
                  <a:pt x="13395" y="111475"/>
                  <a:pt x="31400" y="129480"/>
                  <a:pt x="53578" y="129480"/>
                </a:cubicBezTo>
                <a:close/>
                <a:moveTo>
                  <a:pt x="0" y="232172"/>
                </a:moveTo>
                <a:lnTo>
                  <a:pt x="0" y="250031"/>
                </a:lnTo>
                <a:cubicBezTo>
                  <a:pt x="0" y="259910"/>
                  <a:pt x="7981" y="267891"/>
                  <a:pt x="17859" y="267891"/>
                </a:cubicBezTo>
                <a:lnTo>
                  <a:pt x="66247" y="267891"/>
                </a:lnTo>
                <a:cubicBezTo>
                  <a:pt x="63847" y="262421"/>
                  <a:pt x="62508" y="256394"/>
                  <a:pt x="62508" y="250031"/>
                </a:cubicBezTo>
                <a:lnTo>
                  <a:pt x="62508" y="241102"/>
                </a:lnTo>
                <a:cubicBezTo>
                  <a:pt x="62508" y="211410"/>
                  <a:pt x="73670" y="184286"/>
                  <a:pt x="92032" y="163748"/>
                </a:cubicBezTo>
                <a:cubicBezTo>
                  <a:pt x="85502" y="161795"/>
                  <a:pt x="78581" y="160734"/>
                  <a:pt x="71438" y="160734"/>
                </a:cubicBezTo>
                <a:cubicBezTo>
                  <a:pt x="31979" y="160734"/>
                  <a:pt x="0" y="192714"/>
                  <a:pt x="0" y="232172"/>
                </a:cubicBezTo>
                <a:close/>
                <a:moveTo>
                  <a:pt x="343793" y="89297"/>
                </a:moveTo>
                <a:cubicBezTo>
                  <a:pt x="343793" y="67119"/>
                  <a:pt x="325787" y="49113"/>
                  <a:pt x="303609" y="49113"/>
                </a:cubicBezTo>
                <a:cubicBezTo>
                  <a:pt x="281431" y="49113"/>
                  <a:pt x="263426" y="67119"/>
                  <a:pt x="263426" y="89297"/>
                </a:cubicBezTo>
                <a:cubicBezTo>
                  <a:pt x="263426" y="111475"/>
                  <a:pt x="281431" y="129480"/>
                  <a:pt x="303609" y="129480"/>
                </a:cubicBezTo>
                <a:cubicBezTo>
                  <a:pt x="325787" y="129480"/>
                  <a:pt x="343793" y="111475"/>
                  <a:pt x="343793" y="89297"/>
                </a:cubicBezTo>
                <a:close/>
                <a:moveTo>
                  <a:pt x="89297" y="241102"/>
                </a:moveTo>
                <a:lnTo>
                  <a:pt x="89297" y="250031"/>
                </a:lnTo>
                <a:cubicBezTo>
                  <a:pt x="89297" y="259910"/>
                  <a:pt x="97278" y="267891"/>
                  <a:pt x="107156" y="267891"/>
                </a:cubicBezTo>
                <a:lnTo>
                  <a:pt x="194667" y="267891"/>
                </a:lnTo>
                <a:cubicBezTo>
                  <a:pt x="190705" y="255836"/>
                  <a:pt x="191151" y="243111"/>
                  <a:pt x="200639" y="232172"/>
                </a:cubicBezTo>
                <a:cubicBezTo>
                  <a:pt x="192825" y="223131"/>
                  <a:pt x="189198" y="210015"/>
                  <a:pt x="194277" y="196844"/>
                </a:cubicBezTo>
                <a:cubicBezTo>
                  <a:pt x="197960" y="187300"/>
                  <a:pt x="203150" y="178371"/>
                  <a:pt x="209569" y="170445"/>
                </a:cubicBezTo>
                <a:cubicBezTo>
                  <a:pt x="212582" y="166762"/>
                  <a:pt x="216043" y="163916"/>
                  <a:pt x="219782" y="161851"/>
                </a:cubicBezTo>
                <a:cubicBezTo>
                  <a:pt x="207448" y="155432"/>
                  <a:pt x="193439" y="151805"/>
                  <a:pt x="178594" y="151805"/>
                </a:cubicBezTo>
                <a:cubicBezTo>
                  <a:pt x="129257" y="151805"/>
                  <a:pt x="89297" y="191765"/>
                  <a:pt x="89297" y="241102"/>
                </a:cubicBezTo>
                <a:close/>
                <a:moveTo>
                  <a:pt x="348593" y="216489"/>
                </a:moveTo>
                <a:cubicBezTo>
                  <a:pt x="352109" y="214480"/>
                  <a:pt x="353895" y="210294"/>
                  <a:pt x="352388" y="206443"/>
                </a:cubicBezTo>
                <a:cubicBezTo>
                  <a:pt x="349709" y="199523"/>
                  <a:pt x="345970" y="192993"/>
                  <a:pt x="341281" y="187244"/>
                </a:cubicBezTo>
                <a:cubicBezTo>
                  <a:pt x="338714" y="184063"/>
                  <a:pt x="334194" y="183505"/>
                  <a:pt x="330677" y="185570"/>
                </a:cubicBezTo>
                <a:cubicBezTo>
                  <a:pt x="318511" y="192602"/>
                  <a:pt x="303554" y="184007"/>
                  <a:pt x="303554" y="169887"/>
                </a:cubicBezTo>
                <a:cubicBezTo>
                  <a:pt x="303554" y="165813"/>
                  <a:pt x="300819" y="162185"/>
                  <a:pt x="296800" y="161572"/>
                </a:cubicBezTo>
                <a:cubicBezTo>
                  <a:pt x="289601" y="160455"/>
                  <a:pt x="281843" y="160455"/>
                  <a:pt x="274644" y="161572"/>
                </a:cubicBezTo>
                <a:cubicBezTo>
                  <a:pt x="270625" y="162185"/>
                  <a:pt x="267891" y="165813"/>
                  <a:pt x="267891" y="169887"/>
                </a:cubicBezTo>
                <a:cubicBezTo>
                  <a:pt x="267891" y="183952"/>
                  <a:pt x="252933" y="192602"/>
                  <a:pt x="240767" y="185570"/>
                </a:cubicBezTo>
                <a:cubicBezTo>
                  <a:pt x="237251" y="183561"/>
                  <a:pt x="232730" y="184119"/>
                  <a:pt x="230163" y="187244"/>
                </a:cubicBezTo>
                <a:cubicBezTo>
                  <a:pt x="225475" y="192993"/>
                  <a:pt x="221735" y="199523"/>
                  <a:pt x="219056" y="206443"/>
                </a:cubicBezTo>
                <a:cubicBezTo>
                  <a:pt x="217605" y="210238"/>
                  <a:pt x="219335" y="214424"/>
                  <a:pt x="222852" y="216433"/>
                </a:cubicBezTo>
                <a:cubicBezTo>
                  <a:pt x="235074" y="223465"/>
                  <a:pt x="235074" y="240711"/>
                  <a:pt x="222852" y="247799"/>
                </a:cubicBezTo>
                <a:cubicBezTo>
                  <a:pt x="219335" y="249808"/>
                  <a:pt x="217550" y="253994"/>
                  <a:pt x="219056" y="257789"/>
                </a:cubicBezTo>
                <a:cubicBezTo>
                  <a:pt x="221735" y="264709"/>
                  <a:pt x="225475" y="271239"/>
                  <a:pt x="230163" y="276988"/>
                </a:cubicBezTo>
                <a:cubicBezTo>
                  <a:pt x="232730" y="280169"/>
                  <a:pt x="237251" y="280727"/>
                  <a:pt x="240767" y="278662"/>
                </a:cubicBezTo>
                <a:cubicBezTo>
                  <a:pt x="252933" y="271630"/>
                  <a:pt x="267891" y="280281"/>
                  <a:pt x="267891" y="294345"/>
                </a:cubicBezTo>
                <a:cubicBezTo>
                  <a:pt x="267891" y="298419"/>
                  <a:pt x="270625" y="302047"/>
                  <a:pt x="274644" y="302661"/>
                </a:cubicBezTo>
                <a:cubicBezTo>
                  <a:pt x="281843" y="303777"/>
                  <a:pt x="289601" y="303777"/>
                  <a:pt x="296800" y="302661"/>
                </a:cubicBezTo>
                <a:cubicBezTo>
                  <a:pt x="300819" y="302047"/>
                  <a:pt x="303554" y="298419"/>
                  <a:pt x="303554" y="294345"/>
                </a:cubicBezTo>
                <a:cubicBezTo>
                  <a:pt x="303554" y="280281"/>
                  <a:pt x="318511" y="271630"/>
                  <a:pt x="330677" y="278662"/>
                </a:cubicBezTo>
                <a:cubicBezTo>
                  <a:pt x="334194" y="280671"/>
                  <a:pt x="338714" y="280113"/>
                  <a:pt x="341281" y="276988"/>
                </a:cubicBezTo>
                <a:cubicBezTo>
                  <a:pt x="345970" y="271239"/>
                  <a:pt x="349709" y="264709"/>
                  <a:pt x="352388" y="257789"/>
                </a:cubicBezTo>
                <a:cubicBezTo>
                  <a:pt x="353839" y="253994"/>
                  <a:pt x="352109" y="249808"/>
                  <a:pt x="348593" y="247799"/>
                </a:cubicBezTo>
                <a:cubicBezTo>
                  <a:pt x="336370" y="240767"/>
                  <a:pt x="336370" y="223521"/>
                  <a:pt x="348593" y="216433"/>
                </a:cubicBezTo>
                <a:close/>
                <a:moveTo>
                  <a:pt x="263426" y="232172"/>
                </a:moveTo>
                <a:cubicBezTo>
                  <a:pt x="263426" y="219851"/>
                  <a:pt x="273429" y="209848"/>
                  <a:pt x="285750" y="209848"/>
                </a:cubicBezTo>
                <a:cubicBezTo>
                  <a:pt x="298071" y="209848"/>
                  <a:pt x="308074" y="219851"/>
                  <a:pt x="308074" y="232172"/>
                </a:cubicBezTo>
                <a:cubicBezTo>
                  <a:pt x="308074" y="244493"/>
                  <a:pt x="298071" y="254496"/>
                  <a:pt x="285750" y="254496"/>
                </a:cubicBezTo>
                <a:cubicBezTo>
                  <a:pt x="273429" y="254496"/>
                  <a:pt x="263426" y="244493"/>
                  <a:pt x="263426" y="2321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4432320" y="2235240"/>
            <a:ext cx="3436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Мулти-Ролева Система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4432320" y="2616120"/>
            <a:ext cx="33991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5 нива на достъп: Ученик, Учител, Мениджър, Админ, Системен Админ с гранулирани права.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4451400" y="351144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4699080" y="3473280"/>
            <a:ext cx="2386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RBAC с JWT автентикация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0"/>
          <p:cNvSpPr/>
          <p:nvPr/>
        </p:nvSpPr>
        <p:spPr>
          <a:xfrm>
            <a:off x="8102520" y="1263600"/>
            <a:ext cx="3703680" cy="262764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2627640"/>
              <a:gd name="textAreaBottom" fmla="*/ 2629080 h 2627640"/>
            </a:gdLst>
            <a:ahLst/>
            <a:rect l="textAreaLeft" t="textAreaTop" r="textAreaRight" b="textAreaBottom"/>
            <a:pathLst>
              <a:path w="3705225" h="26289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76503"/>
                </a:lnTo>
                <a:cubicBezTo>
                  <a:pt x="3705225" y="2560669"/>
                  <a:pt x="3636994" y="2628900"/>
                  <a:pt x="3552828" y="2628900"/>
                </a:cubicBezTo>
                <a:lnTo>
                  <a:pt x="152397" y="2628900"/>
                </a:lnTo>
                <a:cubicBezTo>
                  <a:pt x="68231" y="2628900"/>
                  <a:pt x="0" y="2560669"/>
                  <a:pt x="0" y="24765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8102520" y="1263600"/>
            <a:ext cx="3703680" cy="3672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22"/>
          <p:cNvSpPr/>
          <p:nvPr/>
        </p:nvSpPr>
        <p:spPr>
          <a:xfrm>
            <a:off x="8292960" y="147312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3"/>
          <p:cNvSpPr/>
          <p:nvPr/>
        </p:nvSpPr>
        <p:spPr>
          <a:xfrm>
            <a:off x="8457480" y="163512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74675" y="20259"/>
                </a:moveTo>
                <a:cubicBezTo>
                  <a:pt x="80758" y="24501"/>
                  <a:pt x="82209" y="32872"/>
                  <a:pt x="77967" y="38900"/>
                </a:cubicBezTo>
                <a:lnTo>
                  <a:pt x="46713" y="83548"/>
                </a:lnTo>
                <a:cubicBezTo>
                  <a:pt x="44425" y="86785"/>
                  <a:pt x="40853" y="88850"/>
                  <a:pt x="36891" y="89185"/>
                </a:cubicBezTo>
                <a:cubicBezTo>
                  <a:pt x="32928" y="89520"/>
                  <a:pt x="29021" y="88181"/>
                  <a:pt x="26231" y="85390"/>
                </a:cubicBezTo>
                <a:lnTo>
                  <a:pt x="3907" y="63066"/>
                </a:lnTo>
                <a:cubicBezTo>
                  <a:pt x="-1284" y="57820"/>
                  <a:pt x="-1284" y="49337"/>
                  <a:pt x="3907" y="44090"/>
                </a:cubicBezTo>
                <a:cubicBezTo>
                  <a:pt x="9097" y="38844"/>
                  <a:pt x="17636" y="38900"/>
                  <a:pt x="22882" y="44090"/>
                </a:cubicBezTo>
                <a:lnTo>
                  <a:pt x="33933" y="55141"/>
                </a:lnTo>
                <a:lnTo>
                  <a:pt x="56034" y="23552"/>
                </a:lnTo>
                <a:cubicBezTo>
                  <a:pt x="60275" y="17469"/>
                  <a:pt x="68647" y="16018"/>
                  <a:pt x="74675" y="20259"/>
                </a:cubicBezTo>
                <a:close/>
                <a:moveTo>
                  <a:pt x="74675" y="109556"/>
                </a:moveTo>
                <a:cubicBezTo>
                  <a:pt x="80758" y="113798"/>
                  <a:pt x="82209" y="122169"/>
                  <a:pt x="77967" y="128197"/>
                </a:cubicBezTo>
                <a:lnTo>
                  <a:pt x="46713" y="172845"/>
                </a:lnTo>
                <a:cubicBezTo>
                  <a:pt x="44425" y="176082"/>
                  <a:pt x="40853" y="178147"/>
                  <a:pt x="36891" y="178482"/>
                </a:cubicBezTo>
                <a:cubicBezTo>
                  <a:pt x="32928" y="178817"/>
                  <a:pt x="29021" y="177478"/>
                  <a:pt x="26231" y="174687"/>
                </a:cubicBezTo>
                <a:lnTo>
                  <a:pt x="3907" y="152363"/>
                </a:lnTo>
                <a:cubicBezTo>
                  <a:pt x="-1339" y="147117"/>
                  <a:pt x="-1339" y="138633"/>
                  <a:pt x="3907" y="133443"/>
                </a:cubicBezTo>
                <a:cubicBezTo>
                  <a:pt x="9153" y="128253"/>
                  <a:pt x="17636" y="128197"/>
                  <a:pt x="22827" y="133443"/>
                </a:cubicBezTo>
                <a:lnTo>
                  <a:pt x="33877" y="144494"/>
                </a:lnTo>
                <a:lnTo>
                  <a:pt x="55978" y="112905"/>
                </a:lnTo>
                <a:cubicBezTo>
                  <a:pt x="60220" y="106821"/>
                  <a:pt x="68591" y="105370"/>
                  <a:pt x="74619" y="109612"/>
                </a:cubicBezTo>
                <a:close/>
                <a:moveTo>
                  <a:pt x="125016" y="53578"/>
                </a:moveTo>
                <a:cubicBezTo>
                  <a:pt x="125016" y="43700"/>
                  <a:pt x="132997" y="35719"/>
                  <a:pt x="142875" y="35719"/>
                </a:cubicBezTo>
                <a:lnTo>
                  <a:pt x="267891" y="35719"/>
                </a:lnTo>
                <a:cubicBezTo>
                  <a:pt x="277769" y="35719"/>
                  <a:pt x="285750" y="43700"/>
                  <a:pt x="285750" y="53578"/>
                </a:cubicBezTo>
                <a:cubicBezTo>
                  <a:pt x="285750" y="63457"/>
                  <a:pt x="277769" y="71438"/>
                  <a:pt x="267891" y="71438"/>
                </a:cubicBezTo>
                <a:lnTo>
                  <a:pt x="142875" y="71438"/>
                </a:lnTo>
                <a:cubicBezTo>
                  <a:pt x="132997" y="71438"/>
                  <a:pt x="125016" y="63457"/>
                  <a:pt x="125016" y="53578"/>
                </a:cubicBezTo>
                <a:close/>
                <a:moveTo>
                  <a:pt x="125016" y="142875"/>
                </a:moveTo>
                <a:cubicBezTo>
                  <a:pt x="125016" y="132997"/>
                  <a:pt x="132997" y="125016"/>
                  <a:pt x="142875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142875" y="160734"/>
                </a:lnTo>
                <a:cubicBezTo>
                  <a:pt x="132997" y="160734"/>
                  <a:pt x="125016" y="152753"/>
                  <a:pt x="125016" y="142875"/>
                </a:cubicBezTo>
                <a:close/>
                <a:moveTo>
                  <a:pt x="89297" y="232172"/>
                </a:moveTo>
                <a:cubicBezTo>
                  <a:pt x="89297" y="222293"/>
                  <a:pt x="97278" y="214313"/>
                  <a:pt x="107156" y="214313"/>
                </a:cubicBezTo>
                <a:lnTo>
                  <a:pt x="267891" y="214313"/>
                </a:lnTo>
                <a:cubicBezTo>
                  <a:pt x="277769" y="214313"/>
                  <a:pt x="285750" y="222293"/>
                  <a:pt x="285750" y="232172"/>
                </a:cubicBezTo>
                <a:cubicBezTo>
                  <a:pt x="285750" y="242050"/>
                  <a:pt x="277769" y="250031"/>
                  <a:pt x="267891" y="250031"/>
                </a:cubicBezTo>
                <a:lnTo>
                  <a:pt x="107156" y="250031"/>
                </a:lnTo>
                <a:cubicBezTo>
                  <a:pt x="97278" y="250031"/>
                  <a:pt x="89297" y="242050"/>
                  <a:pt x="89297" y="232172"/>
                </a:cubicBezTo>
                <a:close/>
                <a:moveTo>
                  <a:pt x="35719" y="209848"/>
                </a:moveTo>
                <a:cubicBezTo>
                  <a:pt x="48040" y="209848"/>
                  <a:pt x="58043" y="219851"/>
                  <a:pt x="58043" y="232172"/>
                </a:cubicBezTo>
                <a:cubicBezTo>
                  <a:pt x="58043" y="244493"/>
                  <a:pt x="48040" y="254496"/>
                  <a:pt x="35719" y="254496"/>
                </a:cubicBezTo>
                <a:cubicBezTo>
                  <a:pt x="23398" y="254496"/>
                  <a:pt x="13395" y="244493"/>
                  <a:pt x="13395" y="232172"/>
                </a:cubicBezTo>
                <a:cubicBezTo>
                  <a:pt x="13395" y="219851"/>
                  <a:pt x="23398" y="209848"/>
                  <a:pt x="35719" y="2098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4"/>
          <p:cNvSpPr/>
          <p:nvPr/>
        </p:nvSpPr>
        <p:spPr>
          <a:xfrm>
            <a:off x="8292960" y="2235240"/>
            <a:ext cx="3436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Синхронизация с дневник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5"/>
          <p:cNvSpPr/>
          <p:nvPr/>
        </p:nvSpPr>
        <p:spPr>
          <a:xfrm>
            <a:off x="8292960" y="2616120"/>
            <a:ext cx="33991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Системата предлага лесна синхронизация с електронния дневник на всяко училище чрез официален експорт.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6"/>
          <p:cNvSpPr/>
          <p:nvPr/>
        </p:nvSpPr>
        <p:spPr>
          <a:xfrm>
            <a:off x="8312040" y="351144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7"/>
          <p:cNvSpPr/>
          <p:nvPr/>
        </p:nvSpPr>
        <p:spPr>
          <a:xfrm>
            <a:off x="8559720" y="3473280"/>
            <a:ext cx="1954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Средно време: 2 минути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8"/>
          <p:cNvSpPr/>
          <p:nvPr/>
        </p:nvSpPr>
        <p:spPr>
          <a:xfrm>
            <a:off x="380880" y="4038480"/>
            <a:ext cx="3703680" cy="262764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2627640"/>
              <a:gd name="textAreaBottom" fmla="*/ 2629080 h 2627640"/>
            </a:gdLst>
            <a:ahLst/>
            <a:rect l="textAreaLeft" t="textAreaTop" r="textAreaRight" b="textAreaBottom"/>
            <a:pathLst>
              <a:path w="3705225" h="26289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76503"/>
                </a:lnTo>
                <a:cubicBezTo>
                  <a:pt x="3705225" y="2560669"/>
                  <a:pt x="3636994" y="2628900"/>
                  <a:pt x="3552828" y="2628900"/>
                </a:cubicBezTo>
                <a:lnTo>
                  <a:pt x="152397" y="2628900"/>
                </a:lnTo>
                <a:cubicBezTo>
                  <a:pt x="68231" y="2628900"/>
                  <a:pt x="0" y="2560669"/>
                  <a:pt x="0" y="24765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9"/>
          <p:cNvSpPr/>
          <p:nvPr/>
        </p:nvSpPr>
        <p:spPr>
          <a:xfrm>
            <a:off x="380880" y="4038480"/>
            <a:ext cx="3703680" cy="3672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0"/>
          <p:cNvSpPr/>
          <p:nvPr/>
        </p:nvSpPr>
        <p:spPr>
          <a:xfrm>
            <a:off x="571680" y="424800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f59e0b"/>
              </a:gs>
              <a:gs pos="100000">
                <a:srgbClr val="f59e0b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1"/>
          <p:cNvSpPr/>
          <p:nvPr/>
        </p:nvSpPr>
        <p:spPr>
          <a:xfrm>
            <a:off x="717840" y="4410000"/>
            <a:ext cx="320040" cy="284400"/>
          </a:xfrm>
          <a:custGeom>
            <a:avLst/>
            <a:gdLst>
              <a:gd name="textAreaLeft" fmla="*/ 0 w 320040"/>
              <a:gd name="textAreaRight" fmla="*/ 321480 w 32004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321469" h="285750">
                <a:moveTo>
                  <a:pt x="285973" y="133945"/>
                </a:moveTo>
                <a:lnTo>
                  <a:pt x="187747" y="133945"/>
                </a:lnTo>
                <a:cubicBezTo>
                  <a:pt x="177868" y="133945"/>
                  <a:pt x="169887" y="125964"/>
                  <a:pt x="169887" y="116086"/>
                </a:cubicBezTo>
                <a:lnTo>
                  <a:pt x="169887" y="17859"/>
                </a:lnTo>
                <a:cubicBezTo>
                  <a:pt x="169887" y="7981"/>
                  <a:pt x="177924" y="-112"/>
                  <a:pt x="187691" y="1172"/>
                </a:cubicBezTo>
                <a:cubicBezTo>
                  <a:pt x="247408" y="9097"/>
                  <a:pt x="294735" y="56424"/>
                  <a:pt x="302661" y="116142"/>
                </a:cubicBezTo>
                <a:cubicBezTo>
                  <a:pt x="303944" y="125909"/>
                  <a:pt x="295852" y="133945"/>
                  <a:pt x="285973" y="133945"/>
                </a:cubicBezTo>
                <a:close/>
                <a:moveTo>
                  <a:pt x="124234" y="20762"/>
                </a:moveTo>
                <a:cubicBezTo>
                  <a:pt x="134336" y="18641"/>
                  <a:pt x="143098" y="26901"/>
                  <a:pt x="143098" y="37226"/>
                </a:cubicBezTo>
                <a:lnTo>
                  <a:pt x="143098" y="147340"/>
                </a:lnTo>
                <a:cubicBezTo>
                  <a:pt x="143098" y="150465"/>
                  <a:pt x="144214" y="153479"/>
                  <a:pt x="146168" y="155879"/>
                </a:cubicBezTo>
                <a:lnTo>
                  <a:pt x="219894" y="244841"/>
                </a:lnTo>
                <a:cubicBezTo>
                  <a:pt x="226423" y="252710"/>
                  <a:pt x="225028" y="264598"/>
                  <a:pt x="216043" y="269453"/>
                </a:cubicBezTo>
                <a:cubicBezTo>
                  <a:pt x="197011" y="279834"/>
                  <a:pt x="175189" y="285750"/>
                  <a:pt x="152028" y="285750"/>
                </a:cubicBezTo>
                <a:cubicBezTo>
                  <a:pt x="78079" y="285750"/>
                  <a:pt x="18083" y="225754"/>
                  <a:pt x="18083" y="151805"/>
                </a:cubicBezTo>
                <a:cubicBezTo>
                  <a:pt x="18083" y="87344"/>
                  <a:pt x="63568" y="33542"/>
                  <a:pt x="124234" y="20762"/>
                </a:cubicBezTo>
                <a:close/>
                <a:moveTo>
                  <a:pt x="266663" y="160734"/>
                </a:moveTo>
                <a:lnTo>
                  <a:pt x="302382" y="160734"/>
                </a:lnTo>
                <a:cubicBezTo>
                  <a:pt x="312706" y="160734"/>
                  <a:pt x="320966" y="169497"/>
                  <a:pt x="318846" y="179598"/>
                </a:cubicBezTo>
                <a:cubicBezTo>
                  <a:pt x="313153" y="206611"/>
                  <a:pt x="299312" y="230609"/>
                  <a:pt x="280002" y="248915"/>
                </a:cubicBezTo>
                <a:cubicBezTo>
                  <a:pt x="273137" y="255445"/>
                  <a:pt x="262365" y="254050"/>
                  <a:pt x="256338" y="246738"/>
                </a:cubicBezTo>
                <a:lnTo>
                  <a:pt x="209234" y="189979"/>
                </a:lnTo>
                <a:cubicBezTo>
                  <a:pt x="199579" y="178315"/>
                  <a:pt x="207894" y="160734"/>
                  <a:pt x="222963" y="160734"/>
                </a:cubicBezTo>
                <a:lnTo>
                  <a:pt x="266607" y="1607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2"/>
          <p:cNvSpPr/>
          <p:nvPr/>
        </p:nvSpPr>
        <p:spPr>
          <a:xfrm>
            <a:off x="571680" y="5010120"/>
            <a:ext cx="3436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Анализи и Отчети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3"/>
          <p:cNvSpPr/>
          <p:nvPr/>
        </p:nvSpPr>
        <p:spPr>
          <a:xfrm>
            <a:off x="571680" y="5391000"/>
            <a:ext cx="33991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Интерактивно табло с графики, статистики и експорт в PDF. Redis кеширане за бързодействие.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4"/>
          <p:cNvSpPr/>
          <p:nvPr/>
        </p:nvSpPr>
        <p:spPr>
          <a:xfrm>
            <a:off x="590400" y="628668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5"/>
          <p:cNvSpPr/>
          <p:nvPr/>
        </p:nvSpPr>
        <p:spPr>
          <a:xfrm>
            <a:off x="838080" y="6248520"/>
            <a:ext cx="2132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&lt;200ms време за отговор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36"/>
          <p:cNvSpPr/>
          <p:nvPr/>
        </p:nvSpPr>
        <p:spPr>
          <a:xfrm>
            <a:off x="4241880" y="4038480"/>
            <a:ext cx="3703680" cy="262764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2627640"/>
              <a:gd name="textAreaBottom" fmla="*/ 2629080 h 2627640"/>
            </a:gdLst>
            <a:ahLst/>
            <a:rect l="textAreaLeft" t="textAreaTop" r="textAreaRight" b="textAreaBottom"/>
            <a:pathLst>
              <a:path w="3705225" h="26289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76503"/>
                </a:lnTo>
                <a:cubicBezTo>
                  <a:pt x="3705225" y="2560669"/>
                  <a:pt x="3636994" y="2628900"/>
                  <a:pt x="3552828" y="2628900"/>
                </a:cubicBezTo>
                <a:lnTo>
                  <a:pt x="152397" y="2628900"/>
                </a:lnTo>
                <a:cubicBezTo>
                  <a:pt x="68231" y="2628900"/>
                  <a:pt x="0" y="2560669"/>
                  <a:pt x="0" y="24765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7"/>
          <p:cNvSpPr/>
          <p:nvPr/>
        </p:nvSpPr>
        <p:spPr>
          <a:xfrm>
            <a:off x="4241880" y="4038480"/>
            <a:ext cx="3703680" cy="3672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38"/>
          <p:cNvSpPr/>
          <p:nvPr/>
        </p:nvSpPr>
        <p:spPr>
          <a:xfrm>
            <a:off x="4432320" y="424800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ec4899"/>
              </a:gs>
              <a:gs pos="100000">
                <a:srgbClr val="ec4899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39"/>
          <p:cNvSpPr/>
          <p:nvPr/>
        </p:nvSpPr>
        <p:spPr>
          <a:xfrm>
            <a:off x="4632120" y="4410000"/>
            <a:ext cx="212760" cy="284400"/>
          </a:xfrm>
          <a:custGeom>
            <a:avLst/>
            <a:gdLst>
              <a:gd name="textAreaLeft" fmla="*/ 0 w 212760"/>
              <a:gd name="textAreaRight" fmla="*/ 214200 w 2127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98227" y="196453"/>
                </a:moveTo>
                <a:lnTo>
                  <a:pt x="116086" y="196453"/>
                </a:lnTo>
                <a:cubicBezTo>
                  <a:pt x="125964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80367" y="258961"/>
                </a:lnTo>
                <a:lnTo>
                  <a:pt x="80367" y="214313"/>
                </a:lnTo>
                <a:cubicBezTo>
                  <a:pt x="80367" y="204434"/>
                  <a:pt x="88348" y="196453"/>
                  <a:pt x="98227" y="196453"/>
                </a:cubicBezTo>
                <a:close/>
                <a:moveTo>
                  <a:pt x="53578" y="62508"/>
                </a:moveTo>
                <a:cubicBezTo>
                  <a:pt x="53578" y="57596"/>
                  <a:pt x="57596" y="53578"/>
                  <a:pt x="62508" y="53578"/>
                </a:cubicBezTo>
                <a:lnTo>
                  <a:pt x="80367" y="53578"/>
                </a:lnTo>
                <a:cubicBezTo>
                  <a:pt x="85279" y="53578"/>
                  <a:pt x="89297" y="57596"/>
                  <a:pt x="89297" y="62508"/>
                </a:cubicBezTo>
                <a:lnTo>
                  <a:pt x="89297" y="80367"/>
                </a:lnTo>
                <a:cubicBezTo>
                  <a:pt x="89297" y="85279"/>
                  <a:pt x="85279" y="89297"/>
                  <a:pt x="80367" y="89297"/>
                </a:cubicBezTo>
                <a:lnTo>
                  <a:pt x="62508" y="89297"/>
                </a:lnTo>
                <a:cubicBezTo>
                  <a:pt x="57596" y="89297"/>
                  <a:pt x="53578" y="85279"/>
                  <a:pt x="53578" y="80367"/>
                </a:cubicBezTo>
                <a:lnTo>
                  <a:pt x="53578" y="62508"/>
                </a:lnTo>
                <a:close/>
                <a:moveTo>
                  <a:pt x="133945" y="53578"/>
                </a:moveTo>
                <a:lnTo>
                  <a:pt x="151805" y="53578"/>
                </a:lnTo>
                <a:cubicBezTo>
                  <a:pt x="156716" y="53578"/>
                  <a:pt x="160734" y="57596"/>
                  <a:pt x="160734" y="62508"/>
                </a:cubicBezTo>
                <a:lnTo>
                  <a:pt x="160734" y="80367"/>
                </a:lnTo>
                <a:cubicBezTo>
                  <a:pt x="160734" y="85279"/>
                  <a:pt x="156716" y="89297"/>
                  <a:pt x="151805" y="89297"/>
                </a:cubicBezTo>
                <a:lnTo>
                  <a:pt x="133945" y="89297"/>
                </a:lnTo>
                <a:cubicBezTo>
                  <a:pt x="129034" y="89297"/>
                  <a:pt x="125016" y="85279"/>
                  <a:pt x="125016" y="80367"/>
                </a:cubicBezTo>
                <a:lnTo>
                  <a:pt x="125016" y="62508"/>
                </a:lnTo>
                <a:cubicBezTo>
                  <a:pt x="125016" y="57596"/>
                  <a:pt x="129034" y="53578"/>
                  <a:pt x="133945" y="53578"/>
                </a:cubicBezTo>
                <a:close/>
                <a:moveTo>
                  <a:pt x="53578" y="133945"/>
                </a:moveTo>
                <a:cubicBezTo>
                  <a:pt x="53578" y="129034"/>
                  <a:pt x="57596" y="125016"/>
                  <a:pt x="62508" y="125016"/>
                </a:cubicBezTo>
                <a:lnTo>
                  <a:pt x="80367" y="125016"/>
                </a:lnTo>
                <a:cubicBezTo>
                  <a:pt x="85279" y="125016"/>
                  <a:pt x="89297" y="129034"/>
                  <a:pt x="89297" y="133945"/>
                </a:cubicBezTo>
                <a:lnTo>
                  <a:pt x="89297" y="151805"/>
                </a:lnTo>
                <a:cubicBezTo>
                  <a:pt x="89297" y="156716"/>
                  <a:pt x="85279" y="160734"/>
                  <a:pt x="80367" y="160734"/>
                </a:cubicBezTo>
                <a:lnTo>
                  <a:pt x="62508" y="160734"/>
                </a:lnTo>
                <a:cubicBezTo>
                  <a:pt x="57596" y="160734"/>
                  <a:pt x="53578" y="156716"/>
                  <a:pt x="53578" y="151805"/>
                </a:cubicBezTo>
                <a:lnTo>
                  <a:pt x="53578" y="133945"/>
                </a:lnTo>
                <a:close/>
                <a:moveTo>
                  <a:pt x="133945" y="125016"/>
                </a:moveTo>
                <a:lnTo>
                  <a:pt x="151805" y="125016"/>
                </a:lnTo>
                <a:cubicBezTo>
                  <a:pt x="156716" y="125016"/>
                  <a:pt x="160734" y="129034"/>
                  <a:pt x="160734" y="133945"/>
                </a:cubicBezTo>
                <a:lnTo>
                  <a:pt x="160734" y="151805"/>
                </a:lnTo>
                <a:cubicBezTo>
                  <a:pt x="160734" y="156716"/>
                  <a:pt x="156716" y="160734"/>
                  <a:pt x="151805" y="160734"/>
                </a:cubicBezTo>
                <a:lnTo>
                  <a:pt x="133945" y="160734"/>
                </a:lnTo>
                <a:cubicBezTo>
                  <a:pt x="129034" y="160734"/>
                  <a:pt x="125016" y="156716"/>
                  <a:pt x="125016" y="151805"/>
                </a:cubicBezTo>
                <a:lnTo>
                  <a:pt x="125016" y="133945"/>
                </a:lnTo>
                <a:cubicBezTo>
                  <a:pt x="125016" y="129034"/>
                  <a:pt x="129034" y="125016"/>
                  <a:pt x="133945" y="1250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0"/>
          <p:cNvSpPr/>
          <p:nvPr/>
        </p:nvSpPr>
        <p:spPr>
          <a:xfrm>
            <a:off x="4432320" y="5010120"/>
            <a:ext cx="3436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Мулти-Училища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1"/>
          <p:cNvSpPr/>
          <p:nvPr/>
        </p:nvSpPr>
        <p:spPr>
          <a:xfrm>
            <a:off x="4432320" y="5391000"/>
            <a:ext cx="33991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Schema-per-school архитектура с пълна изолация на данните между различни училища.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2"/>
          <p:cNvSpPr/>
          <p:nvPr/>
        </p:nvSpPr>
        <p:spPr>
          <a:xfrm>
            <a:off x="4451400" y="628668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43"/>
          <p:cNvSpPr/>
          <p:nvPr/>
        </p:nvSpPr>
        <p:spPr>
          <a:xfrm>
            <a:off x="4699080" y="6248520"/>
            <a:ext cx="2386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4899"/>
                </a:solidFill>
                <a:latin typeface="Quattrocento Sans"/>
                <a:ea typeface="Quattrocento Sans"/>
              </a:rPr>
              <a:t>Споделена инфраструктура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44"/>
          <p:cNvSpPr/>
          <p:nvPr/>
        </p:nvSpPr>
        <p:spPr>
          <a:xfrm>
            <a:off x="8102520" y="4038480"/>
            <a:ext cx="3703680" cy="262764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2627640"/>
              <a:gd name="textAreaBottom" fmla="*/ 2629080 h 2627640"/>
            </a:gdLst>
            <a:ahLst/>
            <a:rect l="textAreaLeft" t="textAreaTop" r="textAreaRight" b="textAreaBottom"/>
            <a:pathLst>
              <a:path w="3705225" h="26289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76503"/>
                </a:lnTo>
                <a:cubicBezTo>
                  <a:pt x="3705225" y="2560669"/>
                  <a:pt x="3636994" y="2628900"/>
                  <a:pt x="3552828" y="2628900"/>
                </a:cubicBezTo>
                <a:lnTo>
                  <a:pt x="152397" y="2628900"/>
                </a:lnTo>
                <a:cubicBezTo>
                  <a:pt x="68231" y="2628900"/>
                  <a:pt x="0" y="2560669"/>
                  <a:pt x="0" y="24765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45"/>
          <p:cNvSpPr/>
          <p:nvPr/>
        </p:nvSpPr>
        <p:spPr>
          <a:xfrm>
            <a:off x="8102520" y="4038480"/>
            <a:ext cx="3703680" cy="36720"/>
          </a:xfrm>
          <a:custGeom>
            <a:avLst/>
            <a:gdLst>
              <a:gd name="textAreaLeft" fmla="*/ 0 w 3703680"/>
              <a:gd name="textAreaRight" fmla="*/ 3705120 w 370368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46"/>
          <p:cNvSpPr/>
          <p:nvPr/>
        </p:nvSpPr>
        <p:spPr>
          <a:xfrm>
            <a:off x="8292960" y="4248000"/>
            <a:ext cx="608040" cy="608040"/>
          </a:xfrm>
          <a:custGeom>
            <a:avLst/>
            <a:gdLst>
              <a:gd name="textAreaLeft" fmla="*/ 0 w 608040"/>
              <a:gd name="textAreaRight" fmla="*/ 609480 w 608040"/>
              <a:gd name="textAreaTop" fmla="*/ 0 h 608040"/>
              <a:gd name="textAreaBottom" fmla="*/ 609480 h 608040"/>
            </a:gdLst>
            <a:ahLst/>
            <a:rect l="textAreaLeft" t="textAreaTop" r="textAreaRight" b="textAreaBottom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06b6d4"/>
              </a:gs>
              <a:gs pos="100000">
                <a:srgbClr val="06b6d4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47"/>
          <p:cNvSpPr/>
          <p:nvPr/>
        </p:nvSpPr>
        <p:spPr>
          <a:xfrm>
            <a:off x="8457480" y="441000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48"/>
          <p:cNvSpPr/>
          <p:nvPr/>
        </p:nvSpPr>
        <p:spPr>
          <a:xfrm>
            <a:off x="8292960" y="5010120"/>
            <a:ext cx="3436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1e293b"/>
                </a:solidFill>
                <a:latin typeface="Liter"/>
                <a:ea typeface="Liter"/>
              </a:rPr>
              <a:t>Имейл Известия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49"/>
          <p:cNvSpPr/>
          <p:nvPr/>
        </p:nvSpPr>
        <p:spPr>
          <a:xfrm>
            <a:off x="8292960" y="5391000"/>
            <a:ext cx="33991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Автоматични известия при нови заявки, одобрения, просрочия и нужда от поддръжка.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50"/>
          <p:cNvSpPr/>
          <p:nvPr/>
        </p:nvSpPr>
        <p:spPr>
          <a:xfrm>
            <a:off x="8312040" y="628668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51"/>
          <p:cNvSpPr/>
          <p:nvPr/>
        </p:nvSpPr>
        <p:spPr>
          <a:xfrm>
            <a:off x="8559720" y="6248520"/>
            <a:ext cx="1726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06b6d4"/>
                </a:solidFill>
                <a:latin typeface="Quattrocento Sans"/>
                <a:ea typeface="Quattrocento Sans"/>
              </a:rPr>
              <a:t>SMTP интеграция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380880" y="38088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526320" y="514440"/>
            <a:ext cx="165240" cy="189000"/>
          </a:xfrm>
          <a:custGeom>
            <a:avLst/>
            <a:gdLst>
              <a:gd name="textAreaLeft" fmla="*/ 0 w 165240"/>
              <a:gd name="textAreaRight" fmla="*/ 166680 w 16524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952560" y="380880"/>
            <a:ext cx="7275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Архитектура на Базата Данни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380880" y="1117440"/>
            <a:ext cx="6904080" cy="5484960"/>
          </a:xfrm>
          <a:custGeom>
            <a:avLst/>
            <a:gdLst>
              <a:gd name="textAreaLeft" fmla="*/ 0 w 6904080"/>
              <a:gd name="textAreaRight" fmla="*/ 6905520 w 6904080"/>
              <a:gd name="textAreaTop" fmla="*/ 0 h 5484960"/>
              <a:gd name="textAreaBottom" fmla="*/ 5486400 h 5484960"/>
            </a:gdLst>
            <a:ahLst/>
            <a:rect l="textAreaLeft" t="textAreaTop" r="textAreaRight" b="textAreaBottom"/>
            <a:pathLst>
              <a:path w="6905625" h="5486400">
                <a:moveTo>
                  <a:pt x="152412" y="0"/>
                </a:moveTo>
                <a:lnTo>
                  <a:pt x="6753213" y="0"/>
                </a:lnTo>
                <a:cubicBezTo>
                  <a:pt x="6837388" y="0"/>
                  <a:pt x="6905625" y="68237"/>
                  <a:pt x="6905625" y="152412"/>
                </a:cubicBezTo>
                <a:lnTo>
                  <a:pt x="6905625" y="5333988"/>
                </a:lnTo>
                <a:cubicBezTo>
                  <a:pt x="6905625" y="5418163"/>
                  <a:pt x="6837388" y="5486400"/>
                  <a:pt x="6753213" y="5486400"/>
                </a:cubicBezTo>
                <a:lnTo>
                  <a:pt x="152412" y="5486400"/>
                </a:lnTo>
                <a:cubicBezTo>
                  <a:pt x="68237" y="5486400"/>
                  <a:pt x="0" y="5418163"/>
                  <a:pt x="0" y="53339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37960" dir="5400000" dist="1904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609480" y="1359000"/>
            <a:ext cx="6446880" cy="760680"/>
          </a:xfrm>
          <a:custGeom>
            <a:avLst/>
            <a:gdLst>
              <a:gd name="textAreaLeft" fmla="*/ 0 w 6446880"/>
              <a:gd name="textAreaRight" fmla="*/ 6448320 w 64468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6448425" h="762000">
                <a:moveTo>
                  <a:pt x="114300" y="0"/>
                </a:moveTo>
                <a:lnTo>
                  <a:pt x="6334125" y="0"/>
                </a:lnTo>
                <a:cubicBezTo>
                  <a:pt x="6397209" y="0"/>
                  <a:pt x="6448425" y="51216"/>
                  <a:pt x="6448425" y="114300"/>
                </a:cubicBezTo>
                <a:lnTo>
                  <a:pt x="6448425" y="647700"/>
                </a:lnTo>
                <a:cubicBezTo>
                  <a:pt x="6448425" y="710784"/>
                  <a:pt x="6397209" y="762000"/>
                  <a:pt x="633412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8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790560" y="1625760"/>
            <a:ext cx="227160" cy="227160"/>
          </a:xfrm>
          <a:custGeom>
            <a:avLst/>
            <a:gdLst>
              <a:gd name="textAreaLeft" fmla="*/ 0 w 227160"/>
              <a:gd name="textAreaRight" fmla="*/ 228600 w 22716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1162080" y="1511280"/>
            <a:ext cx="26560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Liter"/>
                <a:ea typeface="Liter"/>
              </a:rPr>
              <a:t>Public Schema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1162080" y="1778040"/>
            <a:ext cx="29516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Споделени данни между всички училища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619200" y="2282760"/>
            <a:ext cx="3122640" cy="817560"/>
          </a:xfrm>
          <a:custGeom>
            <a:avLst/>
            <a:gdLst>
              <a:gd name="textAreaLeft" fmla="*/ 0 w 3122640"/>
              <a:gd name="textAreaRight" fmla="*/ 3124080 w 3122640"/>
              <a:gd name="textAreaTop" fmla="*/ 0 h 817560"/>
              <a:gd name="textAreaBottom" fmla="*/ 819000 h 817560"/>
            </a:gdLst>
            <a:ahLst/>
            <a:rect l="textAreaLeft" t="textAreaTop" r="textAreaRight" b="textAreaBottom"/>
            <a:pathLst>
              <a:path w="3124200" h="819150">
                <a:moveTo>
                  <a:pt x="114296" y="0"/>
                </a:moveTo>
                <a:lnTo>
                  <a:pt x="3009904" y="0"/>
                </a:lnTo>
                <a:cubicBezTo>
                  <a:pt x="3073028" y="0"/>
                  <a:pt x="3124200" y="51172"/>
                  <a:pt x="3124200" y="114296"/>
                </a:cubicBezTo>
                <a:lnTo>
                  <a:pt x="3124200" y="704854"/>
                </a:lnTo>
                <a:cubicBezTo>
                  <a:pt x="3124200" y="767978"/>
                  <a:pt x="3073028" y="819150"/>
                  <a:pt x="3009904" y="819150"/>
                </a:cubicBezTo>
                <a:lnTo>
                  <a:pt x="114296" y="819150"/>
                </a:lnTo>
                <a:cubicBezTo>
                  <a:pt x="51172" y="819150"/>
                  <a:pt x="0" y="767978"/>
                  <a:pt x="0" y="7048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3b82f6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809640" y="2482920"/>
            <a:ext cx="131760" cy="150840"/>
          </a:xfrm>
          <a:custGeom>
            <a:avLst/>
            <a:gdLst>
              <a:gd name="textAreaLeft" fmla="*/ 0 w 131760"/>
              <a:gd name="textAreaRight" fmla="*/ 133200 w 13176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1047600" y="2444760"/>
            <a:ext cx="598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Liter"/>
                <a:ea typeface="Liter"/>
              </a:rPr>
              <a:t>schools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781200" y="2749680"/>
            <a:ext cx="2865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id, name, code, schema_name, created_at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3918600" y="2282760"/>
            <a:ext cx="3122640" cy="817560"/>
          </a:xfrm>
          <a:custGeom>
            <a:avLst/>
            <a:gdLst>
              <a:gd name="textAreaLeft" fmla="*/ 0 w 3122640"/>
              <a:gd name="textAreaRight" fmla="*/ 3124080 w 3122640"/>
              <a:gd name="textAreaTop" fmla="*/ 0 h 817560"/>
              <a:gd name="textAreaBottom" fmla="*/ 819000 h 817560"/>
            </a:gdLst>
            <a:ahLst/>
            <a:rect l="textAreaLeft" t="textAreaTop" r="textAreaRight" b="textAreaBottom"/>
            <a:pathLst>
              <a:path w="3124200" h="819150">
                <a:moveTo>
                  <a:pt x="114296" y="0"/>
                </a:moveTo>
                <a:lnTo>
                  <a:pt x="3009904" y="0"/>
                </a:lnTo>
                <a:cubicBezTo>
                  <a:pt x="3073028" y="0"/>
                  <a:pt x="3124200" y="51172"/>
                  <a:pt x="3124200" y="114296"/>
                </a:cubicBezTo>
                <a:lnTo>
                  <a:pt x="3124200" y="704854"/>
                </a:lnTo>
                <a:cubicBezTo>
                  <a:pt x="3124200" y="767978"/>
                  <a:pt x="3073028" y="819150"/>
                  <a:pt x="3009904" y="819150"/>
                </a:cubicBezTo>
                <a:lnTo>
                  <a:pt x="114296" y="819150"/>
                </a:lnTo>
                <a:cubicBezTo>
                  <a:pt x="51172" y="819150"/>
                  <a:pt x="0" y="767978"/>
                  <a:pt x="0" y="7048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3b82f6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4109040" y="2482920"/>
            <a:ext cx="131760" cy="150840"/>
          </a:xfrm>
          <a:custGeom>
            <a:avLst/>
            <a:gdLst>
              <a:gd name="textAreaLeft" fmla="*/ 0 w 131760"/>
              <a:gd name="textAreaRight" fmla="*/ 133200 w 13176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4347000" y="2444760"/>
            <a:ext cx="1366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Liter"/>
                <a:ea typeface="Liter"/>
              </a:rPr>
              <a:t>system_settings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4080600" y="2749680"/>
            <a:ext cx="2865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Глобални настройки на системата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2247480" y="3263760"/>
            <a:ext cx="3170520" cy="341640"/>
          </a:xfrm>
          <a:custGeom>
            <a:avLst/>
            <a:gdLst>
              <a:gd name="textAreaLeft" fmla="*/ 0 w 3170520"/>
              <a:gd name="textAreaRight" fmla="*/ 3171960 w 3170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3171825" h="342900">
                <a:moveTo>
                  <a:pt x="171450" y="0"/>
                </a:moveTo>
                <a:lnTo>
                  <a:pt x="3000375" y="0"/>
                </a:lnTo>
                <a:cubicBezTo>
                  <a:pt x="3095001" y="0"/>
                  <a:pt x="3171825" y="76824"/>
                  <a:pt x="3171825" y="171450"/>
                </a:cubicBezTo>
                <a:lnTo>
                  <a:pt x="3171825" y="171450"/>
                </a:lnTo>
                <a:cubicBezTo>
                  <a:pt x="3171825" y="266076"/>
                  <a:pt x="3095001" y="342900"/>
                  <a:pt x="300037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2511720" y="3368520"/>
            <a:ext cx="98640" cy="131760"/>
          </a:xfrm>
          <a:custGeom>
            <a:avLst/>
            <a:gdLst>
              <a:gd name="textAreaLeft" fmla="*/ 0 w 98640"/>
              <a:gd name="textAreaRight" fmla="*/ 100080 w 986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2718720" y="3340080"/>
            <a:ext cx="2766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Всяко училище има изолирана схема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619200" y="3768840"/>
            <a:ext cx="2027520" cy="2608560"/>
          </a:xfrm>
          <a:custGeom>
            <a:avLst/>
            <a:gdLst>
              <a:gd name="textAreaLeft" fmla="*/ 0 w 2027520"/>
              <a:gd name="textAreaRight" fmla="*/ 2028960 w 2027520"/>
              <a:gd name="textAreaTop" fmla="*/ 0 h 2608560"/>
              <a:gd name="textAreaBottom" fmla="*/ 2610000 h 2608560"/>
            </a:gdLst>
            <a:ahLst/>
            <a:rect l="textAreaLeft" t="textAreaTop" r="textAreaRight" b="textAreaBottom"/>
            <a:pathLst>
              <a:path w="2028825" h="2609850">
                <a:moveTo>
                  <a:pt x="114304" y="0"/>
                </a:moveTo>
                <a:lnTo>
                  <a:pt x="1914521" y="0"/>
                </a:lnTo>
                <a:cubicBezTo>
                  <a:pt x="1977649" y="0"/>
                  <a:pt x="2028825" y="51176"/>
                  <a:pt x="2028825" y="114304"/>
                </a:cubicBezTo>
                <a:lnTo>
                  <a:pt x="2028825" y="2495546"/>
                </a:lnTo>
                <a:cubicBezTo>
                  <a:pt x="2028825" y="2558674"/>
                  <a:pt x="1977649" y="2609850"/>
                  <a:pt x="1914521" y="2609850"/>
                </a:cubicBezTo>
                <a:lnTo>
                  <a:pt x="114304" y="2609850"/>
                </a:lnTo>
                <a:cubicBezTo>
                  <a:pt x="51176" y="2609850"/>
                  <a:pt x="0" y="2558674"/>
                  <a:pt x="0" y="24955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0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/>
          </a:gradFill>
          <a:ln w="25400">
            <a:solidFill>
              <a:srgbClr val="8b5cf6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750240" y="3949560"/>
            <a:ext cx="212760" cy="189000"/>
          </a:xfrm>
          <a:custGeom>
            <a:avLst/>
            <a:gdLst>
              <a:gd name="textAreaLeft" fmla="*/ 0 w 212760"/>
              <a:gd name="textAreaRight" fmla="*/ 214200 w 21276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214313" h="190500">
                <a:moveTo>
                  <a:pt x="0" y="71438"/>
                </a:move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95213" y="4800"/>
                </a:lnTo>
                <a:cubicBezTo>
                  <a:pt x="102022" y="-1302"/>
                  <a:pt x="112328" y="-1302"/>
                  <a:pt x="119100" y="4800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lose/>
                <a:moveTo>
                  <a:pt x="83344" y="139898"/>
                </a:moveTo>
                <a:lnTo>
                  <a:pt x="83344" y="172641"/>
                </a:lnTo>
                <a:lnTo>
                  <a:pt x="130969" y="172641"/>
                </a:lnTo>
                <a:lnTo>
                  <a:pt x="130969" y="139898"/>
                </a:lnTo>
                <a:cubicBezTo>
                  <a:pt x="130969" y="131676"/>
                  <a:pt x="124309" y="125016"/>
                  <a:pt x="116086" y="125016"/>
                </a:cubicBezTo>
                <a:lnTo>
                  <a:pt x="98227" y="125016"/>
                </a:lnTo>
                <a:cubicBezTo>
                  <a:pt x="90004" y="125016"/>
                  <a:pt x="83344" y="131676"/>
                  <a:pt x="83344" y="139898"/>
                </a:cubicBezTo>
                <a:close/>
                <a:moveTo>
                  <a:pt x="41672" y="142875"/>
                </a:moveTo>
                <a:cubicBezTo>
                  <a:pt x="44946" y="142875"/>
                  <a:pt x="47625" y="140196"/>
                  <a:pt x="47625" y="136922"/>
                </a:cubicBez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lose/>
                <a:moveTo>
                  <a:pt x="47625" y="89297"/>
                </a:move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ubicBezTo>
                  <a:pt x="44946" y="95250"/>
                  <a:pt x="47625" y="92571"/>
                  <a:pt x="47625" y="89297"/>
                </a:cubicBezTo>
                <a:close/>
                <a:moveTo>
                  <a:pt x="184547" y="142875"/>
                </a:moveTo>
                <a:cubicBezTo>
                  <a:pt x="187821" y="142875"/>
                  <a:pt x="190500" y="140196"/>
                  <a:pt x="190500" y="136922"/>
                </a:cubicBez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lose/>
                <a:moveTo>
                  <a:pt x="190500" y="89297"/>
                </a:move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ubicBezTo>
                  <a:pt x="187821" y="95250"/>
                  <a:pt x="190500" y="92571"/>
                  <a:pt x="190500" y="89297"/>
                </a:cubicBezTo>
                <a:close/>
                <a:moveTo>
                  <a:pt x="107156" y="95250"/>
                </a:moveTo>
                <a:cubicBezTo>
                  <a:pt x="120299" y="95250"/>
                  <a:pt x="130969" y="84580"/>
                  <a:pt x="130969" y="71438"/>
                </a:cubicBezTo>
                <a:cubicBezTo>
                  <a:pt x="130969" y="58295"/>
                  <a:pt x="120299" y="47625"/>
                  <a:pt x="107156" y="47625"/>
                </a:cubicBezTo>
                <a:cubicBezTo>
                  <a:pt x="94014" y="47625"/>
                  <a:pt x="83344" y="58295"/>
                  <a:pt x="83344" y="71438"/>
                </a:cubicBezTo>
                <a:cubicBezTo>
                  <a:pt x="83344" y="84580"/>
                  <a:pt x="94014" y="95250"/>
                  <a:pt x="107156" y="9525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1005480" y="3930480"/>
            <a:ext cx="1579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Liter"/>
                <a:ea typeface="Liter"/>
              </a:rPr>
              <a:t>school_xxxxxxxxxxx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2"/>
          <p:cNvSpPr/>
          <p:nvPr/>
        </p:nvSpPr>
        <p:spPr>
          <a:xfrm>
            <a:off x="781200" y="427356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3"/>
          <p:cNvSpPr/>
          <p:nvPr/>
        </p:nvSpPr>
        <p:spPr>
          <a:xfrm>
            <a:off x="859680" y="4378320"/>
            <a:ext cx="165240" cy="131760"/>
          </a:xfrm>
          <a:custGeom>
            <a:avLst/>
            <a:gdLst>
              <a:gd name="textAreaLeft" fmla="*/ 0 w 165240"/>
              <a:gd name="textAreaRight" fmla="*/ 166680 w 1652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1100160" y="4349880"/>
            <a:ext cx="370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users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5"/>
          <p:cNvSpPr/>
          <p:nvPr/>
        </p:nvSpPr>
        <p:spPr>
          <a:xfrm>
            <a:off x="781200" y="467352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6"/>
          <p:cNvSpPr/>
          <p:nvPr/>
        </p:nvSpPr>
        <p:spPr>
          <a:xfrm>
            <a:off x="859680" y="4778280"/>
            <a:ext cx="165240" cy="131760"/>
          </a:xfrm>
          <a:custGeom>
            <a:avLst/>
            <a:gdLst>
              <a:gd name="textAreaLeft" fmla="*/ 0 w 165240"/>
              <a:gd name="textAreaRight" fmla="*/ 166680 w 1652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66688" h="133350">
                <a:moveTo>
                  <a:pt x="33337" y="8334"/>
                </a:moveTo>
                <a:cubicBezTo>
                  <a:pt x="24144" y="8334"/>
                  <a:pt x="16669" y="15809"/>
                  <a:pt x="16669" y="25003"/>
                </a:cubicBezTo>
                <a:lnTo>
                  <a:pt x="16669" y="87511"/>
                </a:lnTo>
                <a:lnTo>
                  <a:pt x="33337" y="87511"/>
                </a:lnTo>
                <a:lnTo>
                  <a:pt x="33337" y="25003"/>
                </a:lnTo>
                <a:lnTo>
                  <a:pt x="133350" y="25003"/>
                </a:lnTo>
                <a:lnTo>
                  <a:pt x="133350" y="87511"/>
                </a:lnTo>
                <a:lnTo>
                  <a:pt x="150019" y="87511"/>
                </a:lnTo>
                <a:lnTo>
                  <a:pt x="150019" y="25003"/>
                </a:lnTo>
                <a:cubicBezTo>
                  <a:pt x="150019" y="15809"/>
                  <a:pt x="142544" y="8334"/>
                  <a:pt x="133350" y="8334"/>
                </a:cubicBezTo>
                <a:lnTo>
                  <a:pt x="33337" y="8334"/>
                </a:lnTo>
                <a:close/>
                <a:moveTo>
                  <a:pt x="5001" y="100013"/>
                </a:moveTo>
                <a:cubicBezTo>
                  <a:pt x="2240" y="100013"/>
                  <a:pt x="0" y="102252"/>
                  <a:pt x="0" y="105013"/>
                </a:cubicBezTo>
                <a:cubicBezTo>
                  <a:pt x="0" y="116056"/>
                  <a:pt x="8959" y="125016"/>
                  <a:pt x="20003" y="125016"/>
                </a:cubicBezTo>
                <a:lnTo>
                  <a:pt x="146685" y="125016"/>
                </a:lnTo>
                <a:cubicBezTo>
                  <a:pt x="157728" y="125016"/>
                  <a:pt x="166687" y="116056"/>
                  <a:pt x="166687" y="105013"/>
                </a:cubicBezTo>
                <a:cubicBezTo>
                  <a:pt x="166687" y="102252"/>
                  <a:pt x="164448" y="100013"/>
                  <a:pt x="161687" y="100013"/>
                </a:cubicBezTo>
                <a:lnTo>
                  <a:pt x="5001" y="100013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7"/>
          <p:cNvSpPr/>
          <p:nvPr/>
        </p:nvSpPr>
        <p:spPr>
          <a:xfrm>
            <a:off x="1100160" y="4749840"/>
            <a:ext cx="684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equipment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8"/>
          <p:cNvSpPr/>
          <p:nvPr/>
        </p:nvSpPr>
        <p:spPr>
          <a:xfrm>
            <a:off x="781200" y="507348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9"/>
          <p:cNvSpPr/>
          <p:nvPr/>
        </p:nvSpPr>
        <p:spPr>
          <a:xfrm>
            <a:off x="892800" y="5178600"/>
            <a:ext cx="98640" cy="131760"/>
          </a:xfrm>
          <a:custGeom>
            <a:avLst/>
            <a:gdLst>
              <a:gd name="textAreaLeft" fmla="*/ 0 w 98640"/>
              <a:gd name="textAreaRight" fmla="*/ 100080 w 986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00013" h="133350">
                <a:moveTo>
                  <a:pt x="81104" y="8334"/>
                </a:moveTo>
                <a:lnTo>
                  <a:pt x="83344" y="8334"/>
                </a:lnTo>
                <a:cubicBezTo>
                  <a:pt x="92538" y="8334"/>
                  <a:pt x="100013" y="15809"/>
                  <a:pt x="100013" y="2500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8909" y="8334"/>
                </a:lnTo>
                <a:cubicBezTo>
                  <a:pt x="21774" y="3360"/>
                  <a:pt x="27165" y="0"/>
                  <a:pt x="33337" y="0"/>
                </a:cubicBezTo>
                <a:lnTo>
                  <a:pt x="66675" y="0"/>
                </a:lnTo>
                <a:cubicBezTo>
                  <a:pt x="72848" y="0"/>
                  <a:pt x="78239" y="3360"/>
                  <a:pt x="81104" y="8334"/>
                </a:cubicBezTo>
                <a:close/>
                <a:moveTo>
                  <a:pt x="64591" y="29170"/>
                </a:moveTo>
                <a:cubicBezTo>
                  <a:pt x="68055" y="29170"/>
                  <a:pt x="70842" y="26384"/>
                  <a:pt x="70842" y="22920"/>
                </a:cubicBezTo>
                <a:cubicBezTo>
                  <a:pt x="70842" y="19456"/>
                  <a:pt x="68055" y="16669"/>
                  <a:pt x="64591" y="16669"/>
                </a:cubicBezTo>
                <a:lnTo>
                  <a:pt x="35421" y="16669"/>
                </a:lnTo>
                <a:cubicBezTo>
                  <a:pt x="31957" y="16669"/>
                  <a:pt x="29170" y="19456"/>
                  <a:pt x="29170" y="22920"/>
                </a:cubicBezTo>
                <a:cubicBezTo>
                  <a:pt x="29170" y="26384"/>
                  <a:pt x="31957" y="29170"/>
                  <a:pt x="35421" y="29170"/>
                </a:cubicBezTo>
                <a:lnTo>
                  <a:pt x="64591" y="29170"/>
                </a:lnTo>
                <a:close/>
                <a:moveTo>
                  <a:pt x="33337" y="66675"/>
                </a:moveTo>
                <a:cubicBezTo>
                  <a:pt x="33337" y="62075"/>
                  <a:pt x="29603" y="58341"/>
                  <a:pt x="25003" y="58341"/>
                </a:cubicBezTo>
                <a:cubicBezTo>
                  <a:pt x="20403" y="58341"/>
                  <a:pt x="16669" y="62075"/>
                  <a:pt x="16669" y="66675"/>
                </a:cubicBezTo>
                <a:cubicBezTo>
                  <a:pt x="16669" y="71275"/>
                  <a:pt x="20403" y="75009"/>
                  <a:pt x="25003" y="75009"/>
                </a:cubicBezTo>
                <a:cubicBezTo>
                  <a:pt x="29603" y="75009"/>
                  <a:pt x="33337" y="71275"/>
                  <a:pt x="33337" y="66675"/>
                </a:cubicBezTo>
                <a:close/>
                <a:moveTo>
                  <a:pt x="41672" y="66675"/>
                </a:moveTo>
                <a:cubicBezTo>
                  <a:pt x="41672" y="70139"/>
                  <a:pt x="44459" y="72926"/>
                  <a:pt x="47923" y="72926"/>
                </a:cubicBezTo>
                <a:lnTo>
                  <a:pt x="77093" y="72926"/>
                </a:lnTo>
                <a:cubicBezTo>
                  <a:pt x="80557" y="72926"/>
                  <a:pt x="83344" y="70139"/>
                  <a:pt x="83344" y="66675"/>
                </a:cubicBezTo>
                <a:cubicBezTo>
                  <a:pt x="83344" y="63211"/>
                  <a:pt x="80557" y="60424"/>
                  <a:pt x="77093" y="60424"/>
                </a:cubicBezTo>
                <a:lnTo>
                  <a:pt x="47923" y="60424"/>
                </a:lnTo>
                <a:cubicBezTo>
                  <a:pt x="44459" y="60424"/>
                  <a:pt x="41672" y="63211"/>
                  <a:pt x="41672" y="66675"/>
                </a:cubicBezTo>
                <a:close/>
                <a:moveTo>
                  <a:pt x="41672" y="100013"/>
                </a:moveTo>
                <a:cubicBezTo>
                  <a:pt x="41672" y="103476"/>
                  <a:pt x="44459" y="106263"/>
                  <a:pt x="47923" y="106263"/>
                </a:cubicBezTo>
                <a:lnTo>
                  <a:pt x="77093" y="106263"/>
                </a:lnTo>
                <a:cubicBezTo>
                  <a:pt x="80557" y="106263"/>
                  <a:pt x="83344" y="103476"/>
                  <a:pt x="83344" y="100013"/>
                </a:cubicBezTo>
                <a:cubicBezTo>
                  <a:pt x="83344" y="96549"/>
                  <a:pt x="80557" y="93762"/>
                  <a:pt x="77093" y="93762"/>
                </a:cubicBezTo>
                <a:lnTo>
                  <a:pt x="47923" y="93762"/>
                </a:lnTo>
                <a:cubicBezTo>
                  <a:pt x="44459" y="93762"/>
                  <a:pt x="41672" y="96549"/>
                  <a:pt x="41672" y="100013"/>
                </a:cubicBezTo>
                <a:close/>
                <a:moveTo>
                  <a:pt x="25003" y="108347"/>
                </a:moveTo>
                <a:cubicBezTo>
                  <a:pt x="29603" y="108347"/>
                  <a:pt x="33337" y="104612"/>
                  <a:pt x="33337" y="100013"/>
                </a:cubicBezTo>
                <a:cubicBezTo>
                  <a:pt x="33337" y="95413"/>
                  <a:pt x="29603" y="91678"/>
                  <a:pt x="25003" y="91678"/>
                </a:cubicBezTo>
                <a:cubicBezTo>
                  <a:pt x="20403" y="91678"/>
                  <a:pt x="16669" y="95413"/>
                  <a:pt x="16669" y="100013"/>
                </a:cubicBezTo>
                <a:cubicBezTo>
                  <a:pt x="16669" y="104612"/>
                  <a:pt x="20403" y="108347"/>
                  <a:pt x="25003" y="108347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0"/>
          <p:cNvSpPr/>
          <p:nvPr/>
        </p:nvSpPr>
        <p:spPr>
          <a:xfrm>
            <a:off x="1100160" y="5149800"/>
            <a:ext cx="5605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requests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1"/>
          <p:cNvSpPr/>
          <p:nvPr/>
        </p:nvSpPr>
        <p:spPr>
          <a:xfrm>
            <a:off x="781200" y="547380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32"/>
          <p:cNvSpPr/>
          <p:nvPr/>
        </p:nvSpPr>
        <p:spPr>
          <a:xfrm>
            <a:off x="884520" y="557856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3"/>
          <p:cNvSpPr/>
          <p:nvPr/>
        </p:nvSpPr>
        <p:spPr>
          <a:xfrm>
            <a:off x="1100160" y="5549760"/>
            <a:ext cx="5414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4"/>
          <p:cNvSpPr/>
          <p:nvPr/>
        </p:nvSpPr>
        <p:spPr>
          <a:xfrm>
            <a:off x="781200" y="587376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5"/>
          <p:cNvSpPr/>
          <p:nvPr/>
        </p:nvSpPr>
        <p:spPr>
          <a:xfrm>
            <a:off x="884520" y="597852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36"/>
          <p:cNvSpPr/>
          <p:nvPr/>
        </p:nvSpPr>
        <p:spPr>
          <a:xfrm>
            <a:off x="1100160" y="5950080"/>
            <a:ext cx="798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lesson_plans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7"/>
          <p:cNvSpPr/>
          <p:nvPr/>
        </p:nvSpPr>
        <p:spPr>
          <a:xfrm>
            <a:off x="2818800" y="3768840"/>
            <a:ext cx="2027520" cy="2608560"/>
          </a:xfrm>
          <a:custGeom>
            <a:avLst/>
            <a:gdLst>
              <a:gd name="textAreaLeft" fmla="*/ 0 w 2027520"/>
              <a:gd name="textAreaRight" fmla="*/ 2028960 w 2027520"/>
              <a:gd name="textAreaTop" fmla="*/ 0 h 2608560"/>
              <a:gd name="textAreaBottom" fmla="*/ 2610000 h 2608560"/>
            </a:gdLst>
            <a:ahLst/>
            <a:rect l="textAreaLeft" t="textAreaTop" r="textAreaRight" b="textAreaBottom"/>
            <a:pathLst>
              <a:path w="2028825" h="2609850">
                <a:moveTo>
                  <a:pt x="114304" y="0"/>
                </a:moveTo>
                <a:lnTo>
                  <a:pt x="1914521" y="0"/>
                </a:lnTo>
                <a:cubicBezTo>
                  <a:pt x="1977649" y="0"/>
                  <a:pt x="2028825" y="51176"/>
                  <a:pt x="2028825" y="114304"/>
                </a:cubicBezTo>
                <a:lnTo>
                  <a:pt x="2028825" y="2495546"/>
                </a:lnTo>
                <a:cubicBezTo>
                  <a:pt x="2028825" y="2558674"/>
                  <a:pt x="1977649" y="2609850"/>
                  <a:pt x="1914521" y="2609850"/>
                </a:cubicBezTo>
                <a:lnTo>
                  <a:pt x="114304" y="2609850"/>
                </a:lnTo>
                <a:cubicBezTo>
                  <a:pt x="51176" y="2609850"/>
                  <a:pt x="0" y="2558674"/>
                  <a:pt x="0" y="24955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0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/>
          </a:gradFill>
          <a:ln w="25400">
            <a:solidFill>
              <a:srgbClr val="10b981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8"/>
          <p:cNvSpPr/>
          <p:nvPr/>
        </p:nvSpPr>
        <p:spPr>
          <a:xfrm>
            <a:off x="2959200" y="3949560"/>
            <a:ext cx="212760" cy="189000"/>
          </a:xfrm>
          <a:custGeom>
            <a:avLst/>
            <a:gdLst>
              <a:gd name="textAreaLeft" fmla="*/ 0 w 212760"/>
              <a:gd name="textAreaRight" fmla="*/ 214200 w 21276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214313" h="190500">
                <a:moveTo>
                  <a:pt x="0" y="71438"/>
                </a:move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95213" y="4800"/>
                </a:lnTo>
                <a:cubicBezTo>
                  <a:pt x="102022" y="-1302"/>
                  <a:pt x="112328" y="-1302"/>
                  <a:pt x="119100" y="4800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lose/>
                <a:moveTo>
                  <a:pt x="83344" y="139898"/>
                </a:moveTo>
                <a:lnTo>
                  <a:pt x="83344" y="172641"/>
                </a:lnTo>
                <a:lnTo>
                  <a:pt x="130969" y="172641"/>
                </a:lnTo>
                <a:lnTo>
                  <a:pt x="130969" y="139898"/>
                </a:lnTo>
                <a:cubicBezTo>
                  <a:pt x="130969" y="131676"/>
                  <a:pt x="124309" y="125016"/>
                  <a:pt x="116086" y="125016"/>
                </a:cubicBezTo>
                <a:lnTo>
                  <a:pt x="98227" y="125016"/>
                </a:lnTo>
                <a:cubicBezTo>
                  <a:pt x="90004" y="125016"/>
                  <a:pt x="83344" y="131676"/>
                  <a:pt x="83344" y="139898"/>
                </a:cubicBezTo>
                <a:close/>
                <a:moveTo>
                  <a:pt x="41672" y="142875"/>
                </a:moveTo>
                <a:cubicBezTo>
                  <a:pt x="44946" y="142875"/>
                  <a:pt x="47625" y="140196"/>
                  <a:pt x="47625" y="136922"/>
                </a:cubicBez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lose/>
                <a:moveTo>
                  <a:pt x="47625" y="89297"/>
                </a:move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ubicBezTo>
                  <a:pt x="44946" y="95250"/>
                  <a:pt x="47625" y="92571"/>
                  <a:pt x="47625" y="89297"/>
                </a:cubicBezTo>
                <a:close/>
                <a:moveTo>
                  <a:pt x="184547" y="142875"/>
                </a:moveTo>
                <a:cubicBezTo>
                  <a:pt x="187821" y="142875"/>
                  <a:pt x="190500" y="140196"/>
                  <a:pt x="190500" y="136922"/>
                </a:cubicBez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lose/>
                <a:moveTo>
                  <a:pt x="190500" y="89297"/>
                </a:move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ubicBezTo>
                  <a:pt x="187821" y="95250"/>
                  <a:pt x="190500" y="92571"/>
                  <a:pt x="190500" y="89297"/>
                </a:cubicBezTo>
                <a:close/>
                <a:moveTo>
                  <a:pt x="107156" y="95250"/>
                </a:moveTo>
                <a:cubicBezTo>
                  <a:pt x="120299" y="95250"/>
                  <a:pt x="130969" y="84580"/>
                  <a:pt x="130969" y="71438"/>
                </a:cubicBezTo>
                <a:cubicBezTo>
                  <a:pt x="130969" y="58295"/>
                  <a:pt x="120299" y="47625"/>
                  <a:pt x="107156" y="47625"/>
                </a:cubicBezTo>
                <a:cubicBezTo>
                  <a:pt x="94014" y="47625"/>
                  <a:pt x="83344" y="58295"/>
                  <a:pt x="83344" y="71438"/>
                </a:cubicBezTo>
                <a:cubicBezTo>
                  <a:pt x="83344" y="84580"/>
                  <a:pt x="94014" y="95250"/>
                  <a:pt x="107156" y="9525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39"/>
          <p:cNvSpPr/>
          <p:nvPr/>
        </p:nvSpPr>
        <p:spPr>
          <a:xfrm>
            <a:off x="3227760" y="3930480"/>
            <a:ext cx="1532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Liter"/>
                <a:ea typeface="Liter"/>
              </a:rPr>
              <a:t>school_yyyyyyyyyy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40"/>
          <p:cNvSpPr/>
          <p:nvPr/>
        </p:nvSpPr>
        <p:spPr>
          <a:xfrm>
            <a:off x="2980440" y="427356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41"/>
          <p:cNvSpPr/>
          <p:nvPr/>
        </p:nvSpPr>
        <p:spPr>
          <a:xfrm>
            <a:off x="3059280" y="4378320"/>
            <a:ext cx="165240" cy="131760"/>
          </a:xfrm>
          <a:custGeom>
            <a:avLst/>
            <a:gdLst>
              <a:gd name="textAreaLeft" fmla="*/ 0 w 165240"/>
              <a:gd name="textAreaRight" fmla="*/ 166680 w 1652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42"/>
          <p:cNvSpPr/>
          <p:nvPr/>
        </p:nvSpPr>
        <p:spPr>
          <a:xfrm>
            <a:off x="3299760" y="4349880"/>
            <a:ext cx="370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users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43"/>
          <p:cNvSpPr/>
          <p:nvPr/>
        </p:nvSpPr>
        <p:spPr>
          <a:xfrm>
            <a:off x="2980440" y="467352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44"/>
          <p:cNvSpPr/>
          <p:nvPr/>
        </p:nvSpPr>
        <p:spPr>
          <a:xfrm>
            <a:off x="3059280" y="4778280"/>
            <a:ext cx="165240" cy="131760"/>
          </a:xfrm>
          <a:custGeom>
            <a:avLst/>
            <a:gdLst>
              <a:gd name="textAreaLeft" fmla="*/ 0 w 165240"/>
              <a:gd name="textAreaRight" fmla="*/ 166680 w 1652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66688" h="133350">
                <a:moveTo>
                  <a:pt x="33337" y="8334"/>
                </a:moveTo>
                <a:cubicBezTo>
                  <a:pt x="24144" y="8334"/>
                  <a:pt x="16669" y="15809"/>
                  <a:pt x="16669" y="25003"/>
                </a:cubicBezTo>
                <a:lnTo>
                  <a:pt x="16669" y="87511"/>
                </a:lnTo>
                <a:lnTo>
                  <a:pt x="33337" y="87511"/>
                </a:lnTo>
                <a:lnTo>
                  <a:pt x="33337" y="25003"/>
                </a:lnTo>
                <a:lnTo>
                  <a:pt x="133350" y="25003"/>
                </a:lnTo>
                <a:lnTo>
                  <a:pt x="133350" y="87511"/>
                </a:lnTo>
                <a:lnTo>
                  <a:pt x="150019" y="87511"/>
                </a:lnTo>
                <a:lnTo>
                  <a:pt x="150019" y="25003"/>
                </a:lnTo>
                <a:cubicBezTo>
                  <a:pt x="150019" y="15809"/>
                  <a:pt x="142544" y="8334"/>
                  <a:pt x="133350" y="8334"/>
                </a:cubicBezTo>
                <a:lnTo>
                  <a:pt x="33337" y="8334"/>
                </a:lnTo>
                <a:close/>
                <a:moveTo>
                  <a:pt x="5001" y="100013"/>
                </a:moveTo>
                <a:cubicBezTo>
                  <a:pt x="2240" y="100013"/>
                  <a:pt x="0" y="102252"/>
                  <a:pt x="0" y="105013"/>
                </a:cubicBezTo>
                <a:cubicBezTo>
                  <a:pt x="0" y="116056"/>
                  <a:pt x="8959" y="125016"/>
                  <a:pt x="20003" y="125016"/>
                </a:cubicBezTo>
                <a:lnTo>
                  <a:pt x="146685" y="125016"/>
                </a:lnTo>
                <a:cubicBezTo>
                  <a:pt x="157728" y="125016"/>
                  <a:pt x="166687" y="116056"/>
                  <a:pt x="166687" y="105013"/>
                </a:cubicBezTo>
                <a:cubicBezTo>
                  <a:pt x="166687" y="102252"/>
                  <a:pt x="164448" y="100013"/>
                  <a:pt x="161687" y="100013"/>
                </a:cubicBezTo>
                <a:lnTo>
                  <a:pt x="5001" y="100013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45"/>
          <p:cNvSpPr/>
          <p:nvPr/>
        </p:nvSpPr>
        <p:spPr>
          <a:xfrm>
            <a:off x="3299760" y="4749840"/>
            <a:ext cx="684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equipment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6"/>
          <p:cNvSpPr/>
          <p:nvPr/>
        </p:nvSpPr>
        <p:spPr>
          <a:xfrm>
            <a:off x="2980440" y="507348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47"/>
          <p:cNvSpPr/>
          <p:nvPr/>
        </p:nvSpPr>
        <p:spPr>
          <a:xfrm>
            <a:off x="3092400" y="5178600"/>
            <a:ext cx="98640" cy="131760"/>
          </a:xfrm>
          <a:custGeom>
            <a:avLst/>
            <a:gdLst>
              <a:gd name="textAreaLeft" fmla="*/ 0 w 98640"/>
              <a:gd name="textAreaRight" fmla="*/ 100080 w 986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00013" h="133350">
                <a:moveTo>
                  <a:pt x="81104" y="8334"/>
                </a:moveTo>
                <a:lnTo>
                  <a:pt x="83344" y="8334"/>
                </a:lnTo>
                <a:cubicBezTo>
                  <a:pt x="92538" y="8334"/>
                  <a:pt x="100013" y="15809"/>
                  <a:pt x="100013" y="2500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8909" y="8334"/>
                </a:lnTo>
                <a:cubicBezTo>
                  <a:pt x="21774" y="3360"/>
                  <a:pt x="27165" y="0"/>
                  <a:pt x="33337" y="0"/>
                </a:cubicBezTo>
                <a:lnTo>
                  <a:pt x="66675" y="0"/>
                </a:lnTo>
                <a:cubicBezTo>
                  <a:pt x="72848" y="0"/>
                  <a:pt x="78239" y="3360"/>
                  <a:pt x="81104" y="8334"/>
                </a:cubicBezTo>
                <a:close/>
                <a:moveTo>
                  <a:pt x="64591" y="29170"/>
                </a:moveTo>
                <a:cubicBezTo>
                  <a:pt x="68055" y="29170"/>
                  <a:pt x="70842" y="26384"/>
                  <a:pt x="70842" y="22920"/>
                </a:cubicBezTo>
                <a:cubicBezTo>
                  <a:pt x="70842" y="19456"/>
                  <a:pt x="68055" y="16669"/>
                  <a:pt x="64591" y="16669"/>
                </a:cubicBezTo>
                <a:lnTo>
                  <a:pt x="35421" y="16669"/>
                </a:lnTo>
                <a:cubicBezTo>
                  <a:pt x="31957" y="16669"/>
                  <a:pt x="29170" y="19456"/>
                  <a:pt x="29170" y="22920"/>
                </a:cubicBezTo>
                <a:cubicBezTo>
                  <a:pt x="29170" y="26384"/>
                  <a:pt x="31957" y="29170"/>
                  <a:pt x="35421" y="29170"/>
                </a:cubicBezTo>
                <a:lnTo>
                  <a:pt x="64591" y="29170"/>
                </a:lnTo>
                <a:close/>
                <a:moveTo>
                  <a:pt x="33337" y="66675"/>
                </a:moveTo>
                <a:cubicBezTo>
                  <a:pt x="33337" y="62075"/>
                  <a:pt x="29603" y="58341"/>
                  <a:pt x="25003" y="58341"/>
                </a:cubicBezTo>
                <a:cubicBezTo>
                  <a:pt x="20403" y="58341"/>
                  <a:pt x="16669" y="62075"/>
                  <a:pt x="16669" y="66675"/>
                </a:cubicBezTo>
                <a:cubicBezTo>
                  <a:pt x="16669" y="71275"/>
                  <a:pt x="20403" y="75009"/>
                  <a:pt x="25003" y="75009"/>
                </a:cubicBezTo>
                <a:cubicBezTo>
                  <a:pt x="29603" y="75009"/>
                  <a:pt x="33337" y="71275"/>
                  <a:pt x="33337" y="66675"/>
                </a:cubicBezTo>
                <a:close/>
                <a:moveTo>
                  <a:pt x="41672" y="66675"/>
                </a:moveTo>
                <a:cubicBezTo>
                  <a:pt x="41672" y="70139"/>
                  <a:pt x="44459" y="72926"/>
                  <a:pt x="47923" y="72926"/>
                </a:cubicBezTo>
                <a:lnTo>
                  <a:pt x="77093" y="72926"/>
                </a:lnTo>
                <a:cubicBezTo>
                  <a:pt x="80557" y="72926"/>
                  <a:pt x="83344" y="70139"/>
                  <a:pt x="83344" y="66675"/>
                </a:cubicBezTo>
                <a:cubicBezTo>
                  <a:pt x="83344" y="63211"/>
                  <a:pt x="80557" y="60424"/>
                  <a:pt x="77093" y="60424"/>
                </a:cubicBezTo>
                <a:lnTo>
                  <a:pt x="47923" y="60424"/>
                </a:lnTo>
                <a:cubicBezTo>
                  <a:pt x="44459" y="60424"/>
                  <a:pt x="41672" y="63211"/>
                  <a:pt x="41672" y="66675"/>
                </a:cubicBezTo>
                <a:close/>
                <a:moveTo>
                  <a:pt x="41672" y="100013"/>
                </a:moveTo>
                <a:cubicBezTo>
                  <a:pt x="41672" y="103476"/>
                  <a:pt x="44459" y="106263"/>
                  <a:pt x="47923" y="106263"/>
                </a:cubicBezTo>
                <a:lnTo>
                  <a:pt x="77093" y="106263"/>
                </a:lnTo>
                <a:cubicBezTo>
                  <a:pt x="80557" y="106263"/>
                  <a:pt x="83344" y="103476"/>
                  <a:pt x="83344" y="100013"/>
                </a:cubicBezTo>
                <a:cubicBezTo>
                  <a:pt x="83344" y="96549"/>
                  <a:pt x="80557" y="93762"/>
                  <a:pt x="77093" y="93762"/>
                </a:cubicBezTo>
                <a:lnTo>
                  <a:pt x="47923" y="93762"/>
                </a:lnTo>
                <a:cubicBezTo>
                  <a:pt x="44459" y="93762"/>
                  <a:pt x="41672" y="96549"/>
                  <a:pt x="41672" y="100013"/>
                </a:cubicBezTo>
                <a:close/>
                <a:moveTo>
                  <a:pt x="25003" y="108347"/>
                </a:moveTo>
                <a:cubicBezTo>
                  <a:pt x="29603" y="108347"/>
                  <a:pt x="33337" y="104612"/>
                  <a:pt x="33337" y="100013"/>
                </a:cubicBezTo>
                <a:cubicBezTo>
                  <a:pt x="33337" y="95413"/>
                  <a:pt x="29603" y="91678"/>
                  <a:pt x="25003" y="91678"/>
                </a:cubicBezTo>
                <a:cubicBezTo>
                  <a:pt x="20403" y="91678"/>
                  <a:pt x="16669" y="95413"/>
                  <a:pt x="16669" y="100013"/>
                </a:cubicBezTo>
                <a:cubicBezTo>
                  <a:pt x="16669" y="104612"/>
                  <a:pt x="20403" y="108347"/>
                  <a:pt x="25003" y="108347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48"/>
          <p:cNvSpPr/>
          <p:nvPr/>
        </p:nvSpPr>
        <p:spPr>
          <a:xfrm>
            <a:off x="3299760" y="5149800"/>
            <a:ext cx="5605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requests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49"/>
          <p:cNvSpPr/>
          <p:nvPr/>
        </p:nvSpPr>
        <p:spPr>
          <a:xfrm>
            <a:off x="2980440" y="547380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50"/>
          <p:cNvSpPr/>
          <p:nvPr/>
        </p:nvSpPr>
        <p:spPr>
          <a:xfrm>
            <a:off x="3084120" y="557856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51"/>
          <p:cNvSpPr/>
          <p:nvPr/>
        </p:nvSpPr>
        <p:spPr>
          <a:xfrm>
            <a:off x="3299760" y="5549760"/>
            <a:ext cx="5414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52"/>
          <p:cNvSpPr/>
          <p:nvPr/>
        </p:nvSpPr>
        <p:spPr>
          <a:xfrm>
            <a:off x="2980440" y="587376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53"/>
          <p:cNvSpPr/>
          <p:nvPr/>
        </p:nvSpPr>
        <p:spPr>
          <a:xfrm>
            <a:off x="3084120" y="597852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54"/>
          <p:cNvSpPr/>
          <p:nvPr/>
        </p:nvSpPr>
        <p:spPr>
          <a:xfrm>
            <a:off x="3299760" y="5950080"/>
            <a:ext cx="798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lesson_plans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55"/>
          <p:cNvSpPr/>
          <p:nvPr/>
        </p:nvSpPr>
        <p:spPr>
          <a:xfrm>
            <a:off x="5018400" y="3768840"/>
            <a:ext cx="2027520" cy="2608560"/>
          </a:xfrm>
          <a:custGeom>
            <a:avLst/>
            <a:gdLst>
              <a:gd name="textAreaLeft" fmla="*/ 0 w 2027520"/>
              <a:gd name="textAreaRight" fmla="*/ 2028960 w 2027520"/>
              <a:gd name="textAreaTop" fmla="*/ 0 h 2608560"/>
              <a:gd name="textAreaBottom" fmla="*/ 2610000 h 2608560"/>
            </a:gdLst>
            <a:ahLst/>
            <a:rect l="textAreaLeft" t="textAreaTop" r="textAreaRight" b="textAreaBottom"/>
            <a:pathLst>
              <a:path w="2028825" h="2609850">
                <a:moveTo>
                  <a:pt x="114304" y="0"/>
                </a:moveTo>
                <a:lnTo>
                  <a:pt x="1914521" y="0"/>
                </a:lnTo>
                <a:cubicBezTo>
                  <a:pt x="1977649" y="0"/>
                  <a:pt x="2028825" y="51176"/>
                  <a:pt x="2028825" y="114304"/>
                </a:cubicBezTo>
                <a:lnTo>
                  <a:pt x="2028825" y="2495546"/>
                </a:lnTo>
                <a:cubicBezTo>
                  <a:pt x="2028825" y="2558674"/>
                  <a:pt x="1977649" y="2609850"/>
                  <a:pt x="1914521" y="2609850"/>
                </a:cubicBezTo>
                <a:lnTo>
                  <a:pt x="114304" y="2609850"/>
                </a:lnTo>
                <a:cubicBezTo>
                  <a:pt x="51176" y="2609850"/>
                  <a:pt x="0" y="2558674"/>
                  <a:pt x="0" y="24955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0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/>
          </a:gradFill>
          <a:ln w="25400">
            <a:solidFill>
              <a:srgbClr val="f59e0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56"/>
          <p:cNvSpPr/>
          <p:nvPr/>
        </p:nvSpPr>
        <p:spPr>
          <a:xfrm>
            <a:off x="5149440" y="3949560"/>
            <a:ext cx="212760" cy="189000"/>
          </a:xfrm>
          <a:custGeom>
            <a:avLst/>
            <a:gdLst>
              <a:gd name="textAreaLeft" fmla="*/ 0 w 212760"/>
              <a:gd name="textAreaRight" fmla="*/ 214200 w 21276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214313" h="190500">
                <a:moveTo>
                  <a:pt x="0" y="71438"/>
                </a:move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95213" y="4800"/>
                </a:lnTo>
                <a:cubicBezTo>
                  <a:pt x="102022" y="-1302"/>
                  <a:pt x="112328" y="-1302"/>
                  <a:pt x="119100" y="4800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lose/>
                <a:moveTo>
                  <a:pt x="83344" y="139898"/>
                </a:moveTo>
                <a:lnTo>
                  <a:pt x="83344" y="172641"/>
                </a:lnTo>
                <a:lnTo>
                  <a:pt x="130969" y="172641"/>
                </a:lnTo>
                <a:lnTo>
                  <a:pt x="130969" y="139898"/>
                </a:lnTo>
                <a:cubicBezTo>
                  <a:pt x="130969" y="131676"/>
                  <a:pt x="124309" y="125016"/>
                  <a:pt x="116086" y="125016"/>
                </a:cubicBezTo>
                <a:lnTo>
                  <a:pt x="98227" y="125016"/>
                </a:lnTo>
                <a:cubicBezTo>
                  <a:pt x="90004" y="125016"/>
                  <a:pt x="83344" y="131676"/>
                  <a:pt x="83344" y="139898"/>
                </a:cubicBezTo>
                <a:close/>
                <a:moveTo>
                  <a:pt x="41672" y="142875"/>
                </a:moveTo>
                <a:cubicBezTo>
                  <a:pt x="44946" y="142875"/>
                  <a:pt x="47625" y="140196"/>
                  <a:pt x="47625" y="136922"/>
                </a:cubicBez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lose/>
                <a:moveTo>
                  <a:pt x="47625" y="89297"/>
                </a:move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ubicBezTo>
                  <a:pt x="44946" y="95250"/>
                  <a:pt x="47625" y="92571"/>
                  <a:pt x="47625" y="89297"/>
                </a:cubicBezTo>
                <a:close/>
                <a:moveTo>
                  <a:pt x="184547" y="142875"/>
                </a:moveTo>
                <a:cubicBezTo>
                  <a:pt x="187821" y="142875"/>
                  <a:pt x="190500" y="140196"/>
                  <a:pt x="190500" y="136922"/>
                </a:cubicBez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lose/>
                <a:moveTo>
                  <a:pt x="190500" y="89297"/>
                </a:move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ubicBezTo>
                  <a:pt x="187821" y="95250"/>
                  <a:pt x="190500" y="92571"/>
                  <a:pt x="190500" y="89297"/>
                </a:cubicBezTo>
                <a:close/>
                <a:moveTo>
                  <a:pt x="107156" y="95250"/>
                </a:moveTo>
                <a:cubicBezTo>
                  <a:pt x="120299" y="95250"/>
                  <a:pt x="130969" y="84580"/>
                  <a:pt x="130969" y="71438"/>
                </a:cubicBezTo>
                <a:cubicBezTo>
                  <a:pt x="130969" y="58295"/>
                  <a:pt x="120299" y="47625"/>
                  <a:pt x="107156" y="47625"/>
                </a:cubicBezTo>
                <a:cubicBezTo>
                  <a:pt x="94014" y="47625"/>
                  <a:pt x="83344" y="58295"/>
                  <a:pt x="83344" y="71438"/>
                </a:cubicBezTo>
                <a:cubicBezTo>
                  <a:pt x="83344" y="84580"/>
                  <a:pt x="94014" y="95250"/>
                  <a:pt x="107156" y="9525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7"/>
          <p:cNvSpPr/>
          <p:nvPr/>
        </p:nvSpPr>
        <p:spPr>
          <a:xfrm>
            <a:off x="5404680" y="3930480"/>
            <a:ext cx="1665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Liter"/>
                <a:ea typeface="Liter"/>
              </a:rPr>
              <a:t>school_zzzzzzzzzzzzzz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58"/>
          <p:cNvSpPr/>
          <p:nvPr/>
        </p:nvSpPr>
        <p:spPr>
          <a:xfrm>
            <a:off x="5180400" y="427356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59"/>
          <p:cNvSpPr/>
          <p:nvPr/>
        </p:nvSpPr>
        <p:spPr>
          <a:xfrm>
            <a:off x="5258880" y="4378320"/>
            <a:ext cx="165240" cy="131760"/>
          </a:xfrm>
          <a:custGeom>
            <a:avLst/>
            <a:gdLst>
              <a:gd name="textAreaLeft" fmla="*/ 0 w 165240"/>
              <a:gd name="textAreaRight" fmla="*/ 166680 w 1652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60"/>
          <p:cNvSpPr/>
          <p:nvPr/>
        </p:nvSpPr>
        <p:spPr>
          <a:xfrm>
            <a:off x="5499360" y="4349880"/>
            <a:ext cx="370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users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61"/>
          <p:cNvSpPr/>
          <p:nvPr/>
        </p:nvSpPr>
        <p:spPr>
          <a:xfrm>
            <a:off x="5180400" y="467352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62"/>
          <p:cNvSpPr/>
          <p:nvPr/>
        </p:nvSpPr>
        <p:spPr>
          <a:xfrm>
            <a:off x="5258880" y="4778280"/>
            <a:ext cx="165240" cy="131760"/>
          </a:xfrm>
          <a:custGeom>
            <a:avLst/>
            <a:gdLst>
              <a:gd name="textAreaLeft" fmla="*/ 0 w 165240"/>
              <a:gd name="textAreaRight" fmla="*/ 166680 w 1652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66688" h="133350">
                <a:moveTo>
                  <a:pt x="33337" y="8334"/>
                </a:moveTo>
                <a:cubicBezTo>
                  <a:pt x="24144" y="8334"/>
                  <a:pt x="16669" y="15809"/>
                  <a:pt x="16669" y="25003"/>
                </a:cubicBezTo>
                <a:lnTo>
                  <a:pt x="16669" y="87511"/>
                </a:lnTo>
                <a:lnTo>
                  <a:pt x="33337" y="87511"/>
                </a:lnTo>
                <a:lnTo>
                  <a:pt x="33337" y="25003"/>
                </a:lnTo>
                <a:lnTo>
                  <a:pt x="133350" y="25003"/>
                </a:lnTo>
                <a:lnTo>
                  <a:pt x="133350" y="87511"/>
                </a:lnTo>
                <a:lnTo>
                  <a:pt x="150019" y="87511"/>
                </a:lnTo>
                <a:lnTo>
                  <a:pt x="150019" y="25003"/>
                </a:lnTo>
                <a:cubicBezTo>
                  <a:pt x="150019" y="15809"/>
                  <a:pt x="142544" y="8334"/>
                  <a:pt x="133350" y="8334"/>
                </a:cubicBezTo>
                <a:lnTo>
                  <a:pt x="33337" y="8334"/>
                </a:lnTo>
                <a:close/>
                <a:moveTo>
                  <a:pt x="5001" y="100013"/>
                </a:moveTo>
                <a:cubicBezTo>
                  <a:pt x="2240" y="100013"/>
                  <a:pt x="0" y="102252"/>
                  <a:pt x="0" y="105013"/>
                </a:cubicBezTo>
                <a:cubicBezTo>
                  <a:pt x="0" y="116056"/>
                  <a:pt x="8959" y="125016"/>
                  <a:pt x="20003" y="125016"/>
                </a:cubicBezTo>
                <a:lnTo>
                  <a:pt x="146685" y="125016"/>
                </a:lnTo>
                <a:cubicBezTo>
                  <a:pt x="157728" y="125016"/>
                  <a:pt x="166687" y="116056"/>
                  <a:pt x="166687" y="105013"/>
                </a:cubicBezTo>
                <a:cubicBezTo>
                  <a:pt x="166687" y="102252"/>
                  <a:pt x="164448" y="100013"/>
                  <a:pt x="161687" y="100013"/>
                </a:cubicBezTo>
                <a:lnTo>
                  <a:pt x="5001" y="100013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63"/>
          <p:cNvSpPr/>
          <p:nvPr/>
        </p:nvSpPr>
        <p:spPr>
          <a:xfrm>
            <a:off x="5499360" y="4749840"/>
            <a:ext cx="684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equipment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64"/>
          <p:cNvSpPr/>
          <p:nvPr/>
        </p:nvSpPr>
        <p:spPr>
          <a:xfrm>
            <a:off x="5180400" y="507348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65"/>
          <p:cNvSpPr/>
          <p:nvPr/>
        </p:nvSpPr>
        <p:spPr>
          <a:xfrm>
            <a:off x="5292000" y="5178600"/>
            <a:ext cx="98640" cy="131760"/>
          </a:xfrm>
          <a:custGeom>
            <a:avLst/>
            <a:gdLst>
              <a:gd name="textAreaLeft" fmla="*/ 0 w 98640"/>
              <a:gd name="textAreaRight" fmla="*/ 100080 w 9864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00013" h="133350">
                <a:moveTo>
                  <a:pt x="81104" y="8334"/>
                </a:moveTo>
                <a:lnTo>
                  <a:pt x="83344" y="8334"/>
                </a:lnTo>
                <a:cubicBezTo>
                  <a:pt x="92538" y="8334"/>
                  <a:pt x="100013" y="15809"/>
                  <a:pt x="100013" y="2500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8909" y="8334"/>
                </a:lnTo>
                <a:cubicBezTo>
                  <a:pt x="21774" y="3360"/>
                  <a:pt x="27165" y="0"/>
                  <a:pt x="33337" y="0"/>
                </a:cubicBezTo>
                <a:lnTo>
                  <a:pt x="66675" y="0"/>
                </a:lnTo>
                <a:cubicBezTo>
                  <a:pt x="72848" y="0"/>
                  <a:pt x="78239" y="3360"/>
                  <a:pt x="81104" y="8334"/>
                </a:cubicBezTo>
                <a:close/>
                <a:moveTo>
                  <a:pt x="64591" y="29170"/>
                </a:moveTo>
                <a:cubicBezTo>
                  <a:pt x="68055" y="29170"/>
                  <a:pt x="70842" y="26384"/>
                  <a:pt x="70842" y="22920"/>
                </a:cubicBezTo>
                <a:cubicBezTo>
                  <a:pt x="70842" y="19456"/>
                  <a:pt x="68055" y="16669"/>
                  <a:pt x="64591" y="16669"/>
                </a:cubicBezTo>
                <a:lnTo>
                  <a:pt x="35421" y="16669"/>
                </a:lnTo>
                <a:cubicBezTo>
                  <a:pt x="31957" y="16669"/>
                  <a:pt x="29170" y="19456"/>
                  <a:pt x="29170" y="22920"/>
                </a:cubicBezTo>
                <a:cubicBezTo>
                  <a:pt x="29170" y="26384"/>
                  <a:pt x="31957" y="29170"/>
                  <a:pt x="35421" y="29170"/>
                </a:cubicBezTo>
                <a:lnTo>
                  <a:pt x="64591" y="29170"/>
                </a:lnTo>
                <a:close/>
                <a:moveTo>
                  <a:pt x="33337" y="66675"/>
                </a:moveTo>
                <a:cubicBezTo>
                  <a:pt x="33337" y="62075"/>
                  <a:pt x="29603" y="58341"/>
                  <a:pt x="25003" y="58341"/>
                </a:cubicBezTo>
                <a:cubicBezTo>
                  <a:pt x="20403" y="58341"/>
                  <a:pt x="16669" y="62075"/>
                  <a:pt x="16669" y="66675"/>
                </a:cubicBezTo>
                <a:cubicBezTo>
                  <a:pt x="16669" y="71275"/>
                  <a:pt x="20403" y="75009"/>
                  <a:pt x="25003" y="75009"/>
                </a:cubicBezTo>
                <a:cubicBezTo>
                  <a:pt x="29603" y="75009"/>
                  <a:pt x="33337" y="71275"/>
                  <a:pt x="33337" y="66675"/>
                </a:cubicBezTo>
                <a:close/>
                <a:moveTo>
                  <a:pt x="41672" y="66675"/>
                </a:moveTo>
                <a:cubicBezTo>
                  <a:pt x="41672" y="70139"/>
                  <a:pt x="44459" y="72926"/>
                  <a:pt x="47923" y="72926"/>
                </a:cubicBezTo>
                <a:lnTo>
                  <a:pt x="77093" y="72926"/>
                </a:lnTo>
                <a:cubicBezTo>
                  <a:pt x="80557" y="72926"/>
                  <a:pt x="83344" y="70139"/>
                  <a:pt x="83344" y="66675"/>
                </a:cubicBezTo>
                <a:cubicBezTo>
                  <a:pt x="83344" y="63211"/>
                  <a:pt x="80557" y="60424"/>
                  <a:pt x="77093" y="60424"/>
                </a:cubicBezTo>
                <a:lnTo>
                  <a:pt x="47923" y="60424"/>
                </a:lnTo>
                <a:cubicBezTo>
                  <a:pt x="44459" y="60424"/>
                  <a:pt x="41672" y="63211"/>
                  <a:pt x="41672" y="66675"/>
                </a:cubicBezTo>
                <a:close/>
                <a:moveTo>
                  <a:pt x="41672" y="100013"/>
                </a:moveTo>
                <a:cubicBezTo>
                  <a:pt x="41672" y="103476"/>
                  <a:pt x="44459" y="106263"/>
                  <a:pt x="47923" y="106263"/>
                </a:cubicBezTo>
                <a:lnTo>
                  <a:pt x="77093" y="106263"/>
                </a:lnTo>
                <a:cubicBezTo>
                  <a:pt x="80557" y="106263"/>
                  <a:pt x="83344" y="103476"/>
                  <a:pt x="83344" y="100013"/>
                </a:cubicBezTo>
                <a:cubicBezTo>
                  <a:pt x="83344" y="96549"/>
                  <a:pt x="80557" y="93762"/>
                  <a:pt x="77093" y="93762"/>
                </a:cubicBezTo>
                <a:lnTo>
                  <a:pt x="47923" y="93762"/>
                </a:lnTo>
                <a:cubicBezTo>
                  <a:pt x="44459" y="93762"/>
                  <a:pt x="41672" y="96549"/>
                  <a:pt x="41672" y="100013"/>
                </a:cubicBezTo>
                <a:close/>
                <a:moveTo>
                  <a:pt x="25003" y="108347"/>
                </a:moveTo>
                <a:cubicBezTo>
                  <a:pt x="29603" y="108347"/>
                  <a:pt x="33337" y="104612"/>
                  <a:pt x="33337" y="100013"/>
                </a:cubicBezTo>
                <a:cubicBezTo>
                  <a:pt x="33337" y="95413"/>
                  <a:pt x="29603" y="91678"/>
                  <a:pt x="25003" y="91678"/>
                </a:cubicBezTo>
                <a:cubicBezTo>
                  <a:pt x="20403" y="91678"/>
                  <a:pt x="16669" y="95413"/>
                  <a:pt x="16669" y="100013"/>
                </a:cubicBezTo>
                <a:cubicBezTo>
                  <a:pt x="16669" y="104612"/>
                  <a:pt x="20403" y="108347"/>
                  <a:pt x="25003" y="108347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66"/>
          <p:cNvSpPr/>
          <p:nvPr/>
        </p:nvSpPr>
        <p:spPr>
          <a:xfrm>
            <a:off x="5499360" y="5149800"/>
            <a:ext cx="5605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requests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67"/>
          <p:cNvSpPr/>
          <p:nvPr/>
        </p:nvSpPr>
        <p:spPr>
          <a:xfrm>
            <a:off x="5180400" y="547380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68"/>
          <p:cNvSpPr/>
          <p:nvPr/>
        </p:nvSpPr>
        <p:spPr>
          <a:xfrm>
            <a:off x="5283720" y="557856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69"/>
          <p:cNvSpPr/>
          <p:nvPr/>
        </p:nvSpPr>
        <p:spPr>
          <a:xfrm>
            <a:off x="5499360" y="5549760"/>
            <a:ext cx="5414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70"/>
          <p:cNvSpPr/>
          <p:nvPr/>
        </p:nvSpPr>
        <p:spPr>
          <a:xfrm>
            <a:off x="5180400" y="5873760"/>
            <a:ext cx="1703520" cy="341640"/>
          </a:xfrm>
          <a:custGeom>
            <a:avLst/>
            <a:gdLst>
              <a:gd name="textAreaLeft" fmla="*/ 0 w 1703520"/>
              <a:gd name="textAreaRight" fmla="*/ 1704960 w 170352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704975" h="342900">
                <a:moveTo>
                  <a:pt x="76199" y="0"/>
                </a:moveTo>
                <a:lnTo>
                  <a:pt x="1628776" y="0"/>
                </a:lnTo>
                <a:cubicBezTo>
                  <a:pt x="1670859" y="0"/>
                  <a:pt x="1704975" y="34116"/>
                  <a:pt x="1704975" y="76199"/>
                </a:cubicBezTo>
                <a:lnTo>
                  <a:pt x="1704975" y="266701"/>
                </a:lnTo>
                <a:cubicBezTo>
                  <a:pt x="1704975" y="308784"/>
                  <a:pt x="1670859" y="342900"/>
                  <a:pt x="16287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71"/>
          <p:cNvSpPr/>
          <p:nvPr/>
        </p:nvSpPr>
        <p:spPr>
          <a:xfrm>
            <a:off x="5283720" y="597852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72"/>
          <p:cNvSpPr/>
          <p:nvPr/>
        </p:nvSpPr>
        <p:spPr>
          <a:xfrm>
            <a:off x="5499360" y="5950080"/>
            <a:ext cx="798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lesson_plans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73"/>
          <p:cNvSpPr/>
          <p:nvPr/>
        </p:nvSpPr>
        <p:spPr>
          <a:xfrm>
            <a:off x="7513200" y="1130400"/>
            <a:ext cx="4294440" cy="3237120"/>
          </a:xfrm>
          <a:custGeom>
            <a:avLst/>
            <a:gdLst>
              <a:gd name="textAreaLeft" fmla="*/ 0 w 4294440"/>
              <a:gd name="textAreaRight" fmla="*/ 4295880 w 4294440"/>
              <a:gd name="textAreaTop" fmla="*/ 0 h 3237120"/>
              <a:gd name="textAreaBottom" fmla="*/ 3238560 h 3237120"/>
            </a:gdLst>
            <a:ahLst/>
            <a:rect l="textAreaLeft" t="textAreaTop" r="textAreaRight" b="textAreaBottom"/>
            <a:pathLst>
              <a:path w="4295775" h="3238500">
                <a:moveTo>
                  <a:pt x="152404" y="0"/>
                </a:moveTo>
                <a:lnTo>
                  <a:pt x="4143371" y="0"/>
                </a:lnTo>
                <a:cubicBezTo>
                  <a:pt x="4227541" y="0"/>
                  <a:pt x="4295775" y="68234"/>
                  <a:pt x="4295775" y="152404"/>
                </a:cubicBezTo>
                <a:lnTo>
                  <a:pt x="4295775" y="3086096"/>
                </a:lnTo>
                <a:cubicBezTo>
                  <a:pt x="4295775" y="3170266"/>
                  <a:pt x="4227541" y="3238500"/>
                  <a:pt x="4143371" y="3238500"/>
                </a:cubicBezTo>
                <a:lnTo>
                  <a:pt x="152404" y="3238500"/>
                </a:lnTo>
                <a:cubicBezTo>
                  <a:pt x="68234" y="3238500"/>
                  <a:pt x="0" y="3170266"/>
                  <a:pt x="0" y="30860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74"/>
          <p:cNvSpPr/>
          <p:nvPr/>
        </p:nvSpPr>
        <p:spPr>
          <a:xfrm>
            <a:off x="7727760" y="1359000"/>
            <a:ext cx="189000" cy="189000"/>
          </a:xfrm>
          <a:custGeom>
            <a:avLst/>
            <a:gdLst>
              <a:gd name="textAreaLeft" fmla="*/ 0 w 189000"/>
              <a:gd name="textAreaRight" fmla="*/ 190440 w 18900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5"/>
          <p:cNvSpPr/>
          <p:nvPr/>
        </p:nvSpPr>
        <p:spPr>
          <a:xfrm>
            <a:off x="7941960" y="1320840"/>
            <a:ext cx="37706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Liter"/>
                <a:ea typeface="Liter"/>
              </a:rPr>
              <a:t>Предимства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76"/>
          <p:cNvSpPr/>
          <p:nvPr/>
        </p:nvSpPr>
        <p:spPr>
          <a:xfrm>
            <a:off x="7703640" y="1758960"/>
            <a:ext cx="303480" cy="303480"/>
          </a:xfrm>
          <a:custGeom>
            <a:avLst/>
            <a:gdLst>
              <a:gd name="textAreaLeft" fmla="*/ 0 w 303480"/>
              <a:gd name="textAreaRight" fmla="*/ 304920 w 303480"/>
              <a:gd name="textAreaTop" fmla="*/ 0 h 303480"/>
              <a:gd name="textAreaBottom" fmla="*/ 304920 h 303480"/>
            </a:gdLst>
            <a:ahLst/>
            <a:rect l="textAreaLeft" t="textAreaTop" r="textAreaRight" b="textAreaBottom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77"/>
          <p:cNvSpPr/>
          <p:nvPr/>
        </p:nvSpPr>
        <p:spPr>
          <a:xfrm>
            <a:off x="7800120" y="184464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78"/>
          <p:cNvSpPr/>
          <p:nvPr/>
        </p:nvSpPr>
        <p:spPr>
          <a:xfrm>
            <a:off x="8123040" y="1739880"/>
            <a:ext cx="3084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Пълна Изолация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79"/>
          <p:cNvSpPr/>
          <p:nvPr/>
        </p:nvSpPr>
        <p:spPr>
          <a:xfrm>
            <a:off x="8123040" y="1968480"/>
            <a:ext cx="33058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Данните на всяко училище са напълно отделени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80"/>
          <p:cNvSpPr/>
          <p:nvPr/>
        </p:nvSpPr>
        <p:spPr>
          <a:xfrm>
            <a:off x="7703640" y="2292480"/>
            <a:ext cx="303480" cy="303480"/>
          </a:xfrm>
          <a:custGeom>
            <a:avLst/>
            <a:gdLst>
              <a:gd name="textAreaLeft" fmla="*/ 0 w 303480"/>
              <a:gd name="textAreaRight" fmla="*/ 304920 w 303480"/>
              <a:gd name="textAreaTop" fmla="*/ 0 h 303480"/>
              <a:gd name="textAreaBottom" fmla="*/ 304920 h 303480"/>
            </a:gdLst>
            <a:ahLst/>
            <a:rect l="textAreaLeft" t="textAreaTop" r="textAreaRight" b="textAreaBottom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81"/>
          <p:cNvSpPr/>
          <p:nvPr/>
        </p:nvSpPr>
        <p:spPr>
          <a:xfrm>
            <a:off x="7800120" y="237816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82"/>
          <p:cNvSpPr/>
          <p:nvPr/>
        </p:nvSpPr>
        <p:spPr>
          <a:xfrm>
            <a:off x="8123040" y="2273400"/>
            <a:ext cx="239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Споделена Инфраструктура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83"/>
          <p:cNvSpPr/>
          <p:nvPr/>
        </p:nvSpPr>
        <p:spPr>
          <a:xfrm>
            <a:off x="8123040" y="2502000"/>
            <a:ext cx="2391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Един сървър, множество училища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84"/>
          <p:cNvSpPr/>
          <p:nvPr/>
        </p:nvSpPr>
        <p:spPr>
          <a:xfrm>
            <a:off x="7703640" y="2825640"/>
            <a:ext cx="303480" cy="303480"/>
          </a:xfrm>
          <a:custGeom>
            <a:avLst/>
            <a:gdLst>
              <a:gd name="textAreaLeft" fmla="*/ 0 w 303480"/>
              <a:gd name="textAreaRight" fmla="*/ 304920 w 303480"/>
              <a:gd name="textAreaTop" fmla="*/ 0 h 303480"/>
              <a:gd name="textAreaBottom" fmla="*/ 304920 h 303480"/>
            </a:gdLst>
            <a:ahLst/>
            <a:rect l="textAreaLeft" t="textAreaTop" r="textAreaRight" b="textAreaBottom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85"/>
          <p:cNvSpPr/>
          <p:nvPr/>
        </p:nvSpPr>
        <p:spPr>
          <a:xfrm>
            <a:off x="7800120" y="291132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86"/>
          <p:cNvSpPr/>
          <p:nvPr/>
        </p:nvSpPr>
        <p:spPr>
          <a:xfrm>
            <a:off x="8123040" y="2806560"/>
            <a:ext cx="2589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Леснен Backup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87"/>
          <p:cNvSpPr/>
          <p:nvPr/>
        </p:nvSpPr>
        <p:spPr>
          <a:xfrm>
            <a:off x="8123040" y="3035160"/>
            <a:ext cx="28486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Възможност за backup на отделна схема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88"/>
          <p:cNvSpPr/>
          <p:nvPr/>
        </p:nvSpPr>
        <p:spPr>
          <a:xfrm>
            <a:off x="7703640" y="3359160"/>
            <a:ext cx="303480" cy="303480"/>
          </a:xfrm>
          <a:custGeom>
            <a:avLst/>
            <a:gdLst>
              <a:gd name="textAreaLeft" fmla="*/ 0 w 303480"/>
              <a:gd name="textAreaRight" fmla="*/ 304920 w 303480"/>
              <a:gd name="textAreaTop" fmla="*/ 0 h 303480"/>
              <a:gd name="textAreaBottom" fmla="*/ 304920 h 303480"/>
            </a:gdLst>
            <a:ahLst/>
            <a:rect l="textAreaLeft" t="textAreaTop" r="textAreaRight" b="textAreaBottom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89"/>
          <p:cNvSpPr/>
          <p:nvPr/>
        </p:nvSpPr>
        <p:spPr>
          <a:xfrm>
            <a:off x="7800120" y="3444840"/>
            <a:ext cx="115200" cy="131760"/>
          </a:xfrm>
          <a:custGeom>
            <a:avLst/>
            <a:gdLst>
              <a:gd name="textAreaLeft" fmla="*/ 0 w 115200"/>
              <a:gd name="textAreaRight" fmla="*/ 116640 w 115200"/>
              <a:gd name="textAreaTop" fmla="*/ 0 h 131760"/>
              <a:gd name="textAreaBottom" fmla="*/ 133200 h 131760"/>
            </a:gdLst>
            <a:ah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90"/>
          <p:cNvSpPr/>
          <p:nvPr/>
        </p:nvSpPr>
        <p:spPr>
          <a:xfrm>
            <a:off x="8123040" y="3340080"/>
            <a:ext cx="2408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GDPR Съвместимост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91"/>
          <p:cNvSpPr/>
          <p:nvPr/>
        </p:nvSpPr>
        <p:spPr>
          <a:xfrm>
            <a:off x="8123040" y="3568680"/>
            <a:ext cx="2620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Лесно изтриване на данни при заявка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92"/>
          <p:cNvSpPr/>
          <p:nvPr/>
        </p:nvSpPr>
        <p:spPr>
          <a:xfrm>
            <a:off x="7532280" y="4508640"/>
            <a:ext cx="4275360" cy="2094120"/>
          </a:xfrm>
          <a:custGeom>
            <a:avLst/>
            <a:gdLst>
              <a:gd name="textAreaLeft" fmla="*/ 0 w 4275360"/>
              <a:gd name="textAreaRight" fmla="*/ 4276800 w 4275360"/>
              <a:gd name="textAreaTop" fmla="*/ 0 h 2094120"/>
              <a:gd name="textAreaBottom" fmla="*/ 2095560 h 2094120"/>
            </a:gdLst>
            <a:ahLst/>
            <a:rect l="textAreaLeft" t="textAreaTop" r="textAreaRight" b="textAreaBottom"/>
            <a:pathLst>
              <a:path w="4276725" h="2095500">
                <a:moveTo>
                  <a:pt x="38100" y="0"/>
                </a:moveTo>
                <a:lnTo>
                  <a:pt x="4124319" y="0"/>
                </a:lnTo>
                <a:cubicBezTo>
                  <a:pt x="4208434" y="0"/>
                  <a:pt x="4276725" y="68291"/>
                  <a:pt x="4276725" y="152406"/>
                </a:cubicBezTo>
                <a:lnTo>
                  <a:pt x="4276725" y="1943094"/>
                </a:lnTo>
                <a:cubicBezTo>
                  <a:pt x="4276725" y="2027209"/>
                  <a:pt x="4208434" y="2095500"/>
                  <a:pt x="4124319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93"/>
          <p:cNvSpPr/>
          <p:nvPr/>
        </p:nvSpPr>
        <p:spPr>
          <a:xfrm>
            <a:off x="7532280" y="4508640"/>
            <a:ext cx="36720" cy="2094120"/>
          </a:xfrm>
          <a:custGeom>
            <a:avLst/>
            <a:gdLst>
              <a:gd name="textAreaLeft" fmla="*/ 0 w 36720"/>
              <a:gd name="textAreaRight" fmla="*/ 38160 w 36720"/>
              <a:gd name="textAreaTop" fmla="*/ 0 h 2094120"/>
              <a:gd name="textAreaBottom" fmla="*/ 2095560 h 2094120"/>
            </a:gdLst>
            <a:ahLst/>
            <a:rect l="textAreaLeft" t="textAreaTop" r="textAreaRight" b="textAreaBottom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94"/>
          <p:cNvSpPr/>
          <p:nvPr/>
        </p:nvSpPr>
        <p:spPr>
          <a:xfrm>
            <a:off x="7755120" y="4759200"/>
            <a:ext cx="191520" cy="169920"/>
          </a:xfrm>
          <a:custGeom>
            <a:avLst/>
            <a:gdLst>
              <a:gd name="textAreaLeft" fmla="*/ 0 w 191520"/>
              <a:gd name="textAreaRight" fmla="*/ 192960 w 191520"/>
              <a:gd name="textAreaTop" fmla="*/ 0 h 169920"/>
              <a:gd name="textAreaBottom" fmla="*/ 171360 h 169920"/>
            </a:gdLst>
            <a:ahLst/>
            <a:rect l="textAreaLeft" t="textAreaTop" r="textAreaRight" b="textAreaBottom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95"/>
          <p:cNvSpPr/>
          <p:nvPr/>
        </p:nvSpPr>
        <p:spPr>
          <a:xfrm>
            <a:off x="7961040" y="4711680"/>
            <a:ext cx="3741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50" spc="-1" strike="noStrike">
                <a:solidFill>
                  <a:srgbClr val="1e293b"/>
                </a:solidFill>
                <a:latin typeface="Liter"/>
                <a:ea typeface="Liter"/>
              </a:rPr>
              <a:t>Имплементация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96"/>
          <p:cNvSpPr/>
          <p:nvPr/>
        </p:nvSpPr>
        <p:spPr>
          <a:xfrm>
            <a:off x="7741800" y="5092560"/>
            <a:ext cx="3875400" cy="1332000"/>
          </a:xfrm>
          <a:custGeom>
            <a:avLst/>
            <a:gdLst>
              <a:gd name="textAreaLeft" fmla="*/ 0 w 3875400"/>
              <a:gd name="textAreaRight" fmla="*/ 3876840 w 3875400"/>
              <a:gd name="textAreaTop" fmla="*/ 0 h 1332000"/>
              <a:gd name="textAreaBottom" fmla="*/ 1333440 h 1332000"/>
            </a:gdLst>
            <a:ahLst/>
            <a:rect l="textAreaLeft" t="textAreaTop" r="textAreaRight" b="textAreaBottom"/>
            <a:pathLst>
              <a:path w="3876675" h="1333500">
                <a:moveTo>
                  <a:pt x="114294" y="0"/>
                </a:moveTo>
                <a:lnTo>
                  <a:pt x="3762381" y="0"/>
                </a:lnTo>
                <a:cubicBezTo>
                  <a:pt x="3825461" y="0"/>
                  <a:pt x="3876675" y="51214"/>
                  <a:pt x="3876675" y="114294"/>
                </a:cubicBezTo>
                <a:lnTo>
                  <a:pt x="3876675" y="1219206"/>
                </a:lnTo>
                <a:cubicBezTo>
                  <a:pt x="3876675" y="1282286"/>
                  <a:pt x="3825461" y="1333500"/>
                  <a:pt x="376238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97"/>
          <p:cNvSpPr/>
          <p:nvPr/>
        </p:nvSpPr>
        <p:spPr>
          <a:xfrm>
            <a:off x="7894440" y="5245200"/>
            <a:ext cx="3637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10b981"/>
                </a:solidFill>
                <a:latin typeface="MiSans"/>
                <a:ea typeface="MiSans"/>
              </a:rPr>
              <a:t>// Динамично избиране на схема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98"/>
          <p:cNvSpPr/>
          <p:nvPr/>
        </p:nvSpPr>
        <p:spPr>
          <a:xfrm>
            <a:off x="7894440" y="5511960"/>
            <a:ext cx="3637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1f5f9"/>
                </a:solidFill>
                <a:latin typeface="MiSans"/>
                <a:ea typeface="MiSans"/>
              </a:rPr>
              <a:t>const schema = `school_${schoolCode}`;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99"/>
          <p:cNvSpPr/>
          <p:nvPr/>
        </p:nvSpPr>
        <p:spPr>
          <a:xfrm>
            <a:off x="7894440" y="5702400"/>
            <a:ext cx="3637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1f5f9"/>
                </a:solidFill>
                <a:latin typeface="MiSans"/>
                <a:ea typeface="MiSans"/>
              </a:rPr>
              <a:t>await db.query(`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00"/>
          <p:cNvSpPr/>
          <p:nvPr/>
        </p:nvSpPr>
        <p:spPr>
          <a:xfrm>
            <a:off x="8046720" y="5892840"/>
            <a:ext cx="34848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1f5f9"/>
                </a:solidFill>
                <a:latin typeface="MiSans"/>
                <a:ea typeface="MiSans"/>
              </a:rPr>
              <a:t>SET search_path TO ${schema}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01"/>
          <p:cNvSpPr/>
          <p:nvPr/>
        </p:nvSpPr>
        <p:spPr>
          <a:xfrm>
            <a:off x="7894440" y="6083280"/>
            <a:ext cx="36370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1f5f9"/>
                </a:solidFill>
                <a:latin typeface="MiSans"/>
                <a:ea typeface="MiSans"/>
              </a:rPr>
              <a:t>`);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352800" y="352800"/>
            <a:ext cx="421560" cy="421560"/>
          </a:xfrm>
          <a:custGeom>
            <a:avLst/>
            <a:gdLst>
              <a:gd name="textAreaLeft" fmla="*/ 0 w 421560"/>
              <a:gd name="textAreaRight" fmla="*/ 423000 w 421560"/>
              <a:gd name="textAreaTop" fmla="*/ 0 h 421560"/>
              <a:gd name="textAreaBottom" fmla="*/ 423000 h 421560"/>
            </a:gdLst>
            <a:ahLst/>
            <a:rect l="textAreaLeft" t="textAreaTop" r="textAreaRight" b="textAreaBottom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475920" y="475920"/>
            <a:ext cx="174960" cy="174960"/>
          </a:xfrm>
          <a:custGeom>
            <a:avLst/>
            <a:gdLst>
              <a:gd name="textAreaLeft" fmla="*/ 0 w 174960"/>
              <a:gd name="textAreaRight" fmla="*/ 176400 w 174960"/>
              <a:gd name="textAreaTop" fmla="*/ 0 h 174960"/>
              <a:gd name="textAreaBottom" fmla="*/ 176400 h 174960"/>
            </a:gdLst>
            <a:ahLst/>
            <a:rect l="textAreaLeft" t="textAreaTop" r="textAreaRight" b="textAreaBottom"/>
            <a:pathLst>
              <a:path w="176312" h="176312">
                <a:moveTo>
                  <a:pt x="88156" y="0"/>
                </a:moveTo>
                <a:cubicBezTo>
                  <a:pt x="89740" y="0"/>
                  <a:pt x="91324" y="344"/>
                  <a:pt x="92771" y="999"/>
                </a:cubicBezTo>
                <a:lnTo>
                  <a:pt x="157648" y="28513"/>
                </a:lnTo>
                <a:cubicBezTo>
                  <a:pt x="165224" y="31716"/>
                  <a:pt x="170871" y="39188"/>
                  <a:pt x="170837" y="48210"/>
                </a:cubicBezTo>
                <a:cubicBezTo>
                  <a:pt x="170665" y="82371"/>
                  <a:pt x="156615" y="144872"/>
                  <a:pt x="97282" y="173282"/>
                </a:cubicBezTo>
                <a:cubicBezTo>
                  <a:pt x="91531" y="176037"/>
                  <a:pt x="84850" y="176037"/>
                  <a:pt x="79100" y="173282"/>
                </a:cubicBezTo>
                <a:cubicBezTo>
                  <a:pt x="19732" y="144872"/>
                  <a:pt x="5716" y="82371"/>
                  <a:pt x="5544" y="48210"/>
                </a:cubicBezTo>
                <a:cubicBezTo>
                  <a:pt x="5510" y="39188"/>
                  <a:pt x="11157" y="31716"/>
                  <a:pt x="18733" y="28513"/>
                </a:cubicBezTo>
                <a:lnTo>
                  <a:pt x="83576" y="999"/>
                </a:lnTo>
                <a:cubicBezTo>
                  <a:pt x="85023" y="344"/>
                  <a:pt x="86572" y="0"/>
                  <a:pt x="88156" y="0"/>
                </a:cubicBezTo>
                <a:close/>
                <a:moveTo>
                  <a:pt x="88156" y="23003"/>
                </a:moveTo>
                <a:lnTo>
                  <a:pt x="88156" y="153206"/>
                </a:lnTo>
                <a:cubicBezTo>
                  <a:pt x="135678" y="130203"/>
                  <a:pt x="148454" y="79237"/>
                  <a:pt x="148764" y="48727"/>
                </a:cubicBezTo>
                <a:lnTo>
                  <a:pt x="88156" y="23038"/>
                </a:lnTo>
                <a:lnTo>
                  <a:pt x="88156" y="230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881640" y="352800"/>
            <a:ext cx="460368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33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Мерки за Сигурност</a:t>
            </a:r>
            <a:endParaRPr b="0" lang="en-US" sz="3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881640" y="846360"/>
            <a:ext cx="110444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39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Enterprise-ниво на защита от първия ден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352800" y="1287000"/>
            <a:ext cx="3736440" cy="213192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2131920"/>
              <a:gd name="textAreaBottom" fmla="*/ 2133360 h 2131920"/>
            </a:gdLst>
            <a:ahLst/>
            <a:rect l="textAreaLeft" t="textAreaTop" r="textAreaRight" b="textAreaBottom"/>
            <a:pathLst>
              <a:path w="3737822" h="2133380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1992321"/>
                </a:lnTo>
                <a:cubicBezTo>
                  <a:pt x="3737822" y="2070173"/>
                  <a:pt x="3674616" y="2133380"/>
                  <a:pt x="3596763" y="2133380"/>
                </a:cubicBezTo>
                <a:lnTo>
                  <a:pt x="141059" y="2133380"/>
                </a:lnTo>
                <a:cubicBezTo>
                  <a:pt x="63154" y="2133380"/>
                  <a:pt x="0" y="2070225"/>
                  <a:pt x="0" y="1992321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2120" dir="5400000" dist="88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5"/>
          <p:cNvSpPr/>
          <p:nvPr/>
        </p:nvSpPr>
        <p:spPr>
          <a:xfrm>
            <a:off x="352800" y="1287000"/>
            <a:ext cx="3736440" cy="3384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37822" h="35262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528840" y="1481040"/>
            <a:ext cx="492120" cy="492120"/>
          </a:xfrm>
          <a:custGeom>
            <a:avLst/>
            <a:gdLst>
              <a:gd name="textAreaLeft" fmla="*/ 0 w 492120"/>
              <a:gd name="textAreaRight" fmla="*/ 493560 w 492120"/>
              <a:gd name="textAreaTop" fmla="*/ 0 h 492120"/>
              <a:gd name="textAreaBottom" fmla="*/ 493560 h 492120"/>
            </a:gdLst>
            <a:ahLst/>
            <a:rect l="textAreaLeft" t="textAreaTop" r="textAreaRight" b="textAreaBottom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669960" y="1622160"/>
            <a:ext cx="210240" cy="210240"/>
          </a:xfrm>
          <a:custGeom>
            <a:avLst/>
            <a:gdLst>
              <a:gd name="textAreaLeft" fmla="*/ 0 w 210240"/>
              <a:gd name="textAreaRight" fmla="*/ 211680 w 210240"/>
              <a:gd name="textAreaTop" fmla="*/ 0 h 210240"/>
              <a:gd name="textAreaBottom" fmla="*/ 211680 h 210240"/>
            </a:gdLst>
            <a:ahLst/>
            <a:rect l="textAreaLeft" t="textAreaTop" r="textAreaRight" b="textAreaBottom"/>
            <a:pathLst>
              <a:path w="211575" h="211575">
                <a:moveTo>
                  <a:pt x="138846" y="145458"/>
                </a:moveTo>
                <a:cubicBezTo>
                  <a:pt x="179012" y="145458"/>
                  <a:pt x="211575" y="112895"/>
                  <a:pt x="211575" y="72729"/>
                </a:cubicBezTo>
                <a:cubicBezTo>
                  <a:pt x="211575" y="32563"/>
                  <a:pt x="179012" y="0"/>
                  <a:pt x="138846" y="0"/>
                </a:cubicBezTo>
                <a:cubicBezTo>
                  <a:pt x="98680" y="0"/>
                  <a:pt x="66117" y="32563"/>
                  <a:pt x="66117" y="72729"/>
                </a:cubicBezTo>
                <a:cubicBezTo>
                  <a:pt x="66117" y="80456"/>
                  <a:pt x="67316" y="87936"/>
                  <a:pt x="69547" y="94919"/>
                </a:cubicBezTo>
                <a:lnTo>
                  <a:pt x="2893" y="161574"/>
                </a:lnTo>
                <a:cubicBezTo>
                  <a:pt x="1033" y="163433"/>
                  <a:pt x="0" y="165954"/>
                  <a:pt x="0" y="168599"/>
                </a:cubicBezTo>
                <a:lnTo>
                  <a:pt x="0" y="201657"/>
                </a:lnTo>
                <a:cubicBezTo>
                  <a:pt x="0" y="207153"/>
                  <a:pt x="4422" y="211575"/>
                  <a:pt x="9918" y="211575"/>
                </a:cubicBezTo>
                <a:lnTo>
                  <a:pt x="42976" y="211575"/>
                </a:lnTo>
                <a:cubicBezTo>
                  <a:pt x="48472" y="211575"/>
                  <a:pt x="52894" y="207153"/>
                  <a:pt x="52894" y="201657"/>
                </a:cubicBezTo>
                <a:lnTo>
                  <a:pt x="52894" y="185128"/>
                </a:lnTo>
                <a:lnTo>
                  <a:pt x="69423" y="185128"/>
                </a:lnTo>
                <a:cubicBezTo>
                  <a:pt x="74919" y="185128"/>
                  <a:pt x="79341" y="180706"/>
                  <a:pt x="79341" y="175210"/>
                </a:cubicBezTo>
                <a:lnTo>
                  <a:pt x="79341" y="158681"/>
                </a:lnTo>
                <a:lnTo>
                  <a:pt x="95870" y="158681"/>
                </a:lnTo>
                <a:cubicBezTo>
                  <a:pt x="98515" y="158681"/>
                  <a:pt x="101035" y="157648"/>
                  <a:pt x="102895" y="155789"/>
                </a:cubicBezTo>
                <a:lnTo>
                  <a:pt x="116655" y="142028"/>
                </a:lnTo>
                <a:cubicBezTo>
                  <a:pt x="123639" y="144259"/>
                  <a:pt x="131119" y="145458"/>
                  <a:pt x="138846" y="145458"/>
                </a:cubicBezTo>
                <a:close/>
                <a:moveTo>
                  <a:pt x="155375" y="39670"/>
                </a:moveTo>
                <a:cubicBezTo>
                  <a:pt x="164498" y="39670"/>
                  <a:pt x="171905" y="47077"/>
                  <a:pt x="171905" y="56200"/>
                </a:cubicBezTo>
                <a:cubicBezTo>
                  <a:pt x="171905" y="65322"/>
                  <a:pt x="164498" y="72729"/>
                  <a:pt x="155375" y="72729"/>
                </a:cubicBezTo>
                <a:cubicBezTo>
                  <a:pt x="146253" y="72729"/>
                  <a:pt x="138846" y="65322"/>
                  <a:pt x="138846" y="56200"/>
                </a:cubicBezTo>
                <a:cubicBezTo>
                  <a:pt x="138846" y="47077"/>
                  <a:pt x="146253" y="39670"/>
                  <a:pt x="155375" y="396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1128240" y="1604520"/>
            <a:ext cx="18424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JWT Автентикация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528840" y="2080440"/>
            <a:ext cx="345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JSON Web Tokens с кратък живот (15 мин) и refresh tokens (7 дни) за сигурна сесия.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0"/>
          <p:cNvSpPr/>
          <p:nvPr/>
        </p:nvSpPr>
        <p:spPr>
          <a:xfrm>
            <a:off x="528840" y="2644560"/>
            <a:ext cx="3383640" cy="597960"/>
          </a:xfrm>
          <a:custGeom>
            <a:avLst/>
            <a:gdLst>
              <a:gd name="textAreaLeft" fmla="*/ 0 w 3383640"/>
              <a:gd name="textAreaRight" fmla="*/ 3385080 w 3383640"/>
              <a:gd name="textAreaTop" fmla="*/ 0 h 597960"/>
              <a:gd name="textAreaBottom" fmla="*/ 599400 h 597960"/>
            </a:gdLst>
            <a:ahLst/>
            <a:rect l="textAreaLeft" t="textAreaTop" r="textAreaRight" b="textAreaBottom"/>
            <a:pathLst>
              <a:path w="3385197" h="599462">
                <a:moveTo>
                  <a:pt x="105787" y="0"/>
                </a:moveTo>
                <a:lnTo>
                  <a:pt x="3279410" y="0"/>
                </a:lnTo>
                <a:cubicBezTo>
                  <a:pt x="3337835" y="0"/>
                  <a:pt x="3385197" y="47362"/>
                  <a:pt x="3385197" y="105787"/>
                </a:cubicBezTo>
                <a:lnTo>
                  <a:pt x="3385197" y="493675"/>
                </a:lnTo>
                <a:cubicBezTo>
                  <a:pt x="3385197" y="552100"/>
                  <a:pt x="3337835" y="599462"/>
                  <a:pt x="3279410" y="599462"/>
                </a:cubicBezTo>
                <a:lnTo>
                  <a:pt x="105787" y="599462"/>
                </a:lnTo>
                <a:cubicBezTo>
                  <a:pt x="47362" y="599462"/>
                  <a:pt x="0" y="552100"/>
                  <a:pt x="0" y="493675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652320" y="277704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859680" y="2750400"/>
            <a:ext cx="14252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HS256 алгоритъм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652320" y="298836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859680" y="2962080"/>
            <a:ext cx="18824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Автоматично обновяване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5"/>
          <p:cNvSpPr/>
          <p:nvPr/>
        </p:nvSpPr>
        <p:spPr>
          <a:xfrm>
            <a:off x="4228920" y="1287000"/>
            <a:ext cx="3736440" cy="213192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2131920"/>
              <a:gd name="textAreaBottom" fmla="*/ 2133360 h 2131920"/>
            </a:gdLst>
            <a:ahLst/>
            <a:rect l="textAreaLeft" t="textAreaTop" r="textAreaRight" b="textAreaBottom"/>
            <a:pathLst>
              <a:path w="3737822" h="2133380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1992321"/>
                </a:lnTo>
                <a:cubicBezTo>
                  <a:pt x="3737822" y="2070173"/>
                  <a:pt x="3674616" y="2133380"/>
                  <a:pt x="3596763" y="2133380"/>
                </a:cubicBezTo>
                <a:lnTo>
                  <a:pt x="141059" y="2133380"/>
                </a:lnTo>
                <a:cubicBezTo>
                  <a:pt x="63154" y="2133380"/>
                  <a:pt x="0" y="2070225"/>
                  <a:pt x="0" y="1992321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2120" dir="5400000" dist="88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4228920" y="1287000"/>
            <a:ext cx="3736440" cy="3384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37822" h="35262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7"/>
          <p:cNvSpPr/>
          <p:nvPr/>
        </p:nvSpPr>
        <p:spPr>
          <a:xfrm>
            <a:off x="4405320" y="1481040"/>
            <a:ext cx="492120" cy="492120"/>
          </a:xfrm>
          <a:custGeom>
            <a:avLst/>
            <a:gdLst>
              <a:gd name="textAreaLeft" fmla="*/ 0 w 492120"/>
              <a:gd name="textAreaRight" fmla="*/ 493560 w 492120"/>
              <a:gd name="textAreaTop" fmla="*/ 0 h 492120"/>
              <a:gd name="textAreaBottom" fmla="*/ 493560 h 492120"/>
            </a:gdLst>
            <a:ahLst/>
            <a:rect l="textAreaLeft" t="textAreaTop" r="textAreaRight" b="textAreaBottom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>
            <a:off x="4533120" y="1622160"/>
            <a:ext cx="236520" cy="210240"/>
          </a:xfrm>
          <a:custGeom>
            <a:avLst/>
            <a:gdLst>
              <a:gd name="textAreaLeft" fmla="*/ 0 w 236520"/>
              <a:gd name="textAreaRight" fmla="*/ 237960 w 236520"/>
              <a:gd name="textAreaTop" fmla="*/ 0 h 210240"/>
              <a:gd name="textAreaBottom" fmla="*/ 211680 h 210240"/>
            </a:gdLst>
            <a:ahLst/>
            <a:rect l="textAreaLeft" t="textAreaTop" r="textAreaRight" b="textAreaBottom"/>
            <a:pathLst>
              <a:path w="238022" h="211575">
                <a:moveTo>
                  <a:pt x="92564" y="102482"/>
                </a:moveTo>
                <a:cubicBezTo>
                  <a:pt x="119932" y="102482"/>
                  <a:pt x="142152" y="80262"/>
                  <a:pt x="142152" y="52894"/>
                </a:cubicBezTo>
                <a:cubicBezTo>
                  <a:pt x="142152" y="25525"/>
                  <a:pt x="119932" y="3306"/>
                  <a:pt x="92564" y="3306"/>
                </a:cubicBezTo>
                <a:cubicBezTo>
                  <a:pt x="65196" y="3306"/>
                  <a:pt x="42976" y="25525"/>
                  <a:pt x="42976" y="52894"/>
                </a:cubicBezTo>
                <a:cubicBezTo>
                  <a:pt x="42976" y="80262"/>
                  <a:pt x="65196" y="102482"/>
                  <a:pt x="92564" y="102482"/>
                </a:cubicBezTo>
                <a:close/>
                <a:moveTo>
                  <a:pt x="80291" y="125623"/>
                </a:moveTo>
                <a:cubicBezTo>
                  <a:pt x="39588" y="125623"/>
                  <a:pt x="6612" y="158598"/>
                  <a:pt x="6612" y="199302"/>
                </a:cubicBezTo>
                <a:cubicBezTo>
                  <a:pt x="6612" y="206079"/>
                  <a:pt x="12108" y="211575"/>
                  <a:pt x="18885" y="211575"/>
                </a:cubicBezTo>
                <a:lnTo>
                  <a:pt x="122813" y="211575"/>
                </a:lnTo>
                <a:cubicBezTo>
                  <a:pt x="107854" y="193971"/>
                  <a:pt x="99176" y="171285"/>
                  <a:pt x="99176" y="147276"/>
                </a:cubicBezTo>
                <a:lnTo>
                  <a:pt x="99176" y="134424"/>
                </a:lnTo>
                <a:cubicBezTo>
                  <a:pt x="99176" y="131408"/>
                  <a:pt x="99589" y="128433"/>
                  <a:pt x="100374" y="125623"/>
                </a:cubicBezTo>
                <a:lnTo>
                  <a:pt x="80291" y="125623"/>
                </a:lnTo>
                <a:close/>
                <a:moveTo>
                  <a:pt x="184012" y="201864"/>
                </a:moveTo>
                <a:lnTo>
                  <a:pt x="178516" y="204467"/>
                </a:lnTo>
                <a:lnTo>
                  <a:pt x="178516" y="126738"/>
                </a:lnTo>
                <a:lnTo>
                  <a:pt x="218187" y="139962"/>
                </a:lnTo>
                <a:lnTo>
                  <a:pt x="218187" y="148061"/>
                </a:lnTo>
                <a:cubicBezTo>
                  <a:pt x="218187" y="171119"/>
                  <a:pt x="204880" y="192070"/>
                  <a:pt x="184012" y="201905"/>
                </a:cubicBezTo>
                <a:close/>
                <a:moveTo>
                  <a:pt x="174343" y="107234"/>
                </a:moveTo>
                <a:lnTo>
                  <a:pt x="128061" y="122647"/>
                </a:lnTo>
                <a:cubicBezTo>
                  <a:pt x="122647" y="124466"/>
                  <a:pt x="119011" y="129507"/>
                  <a:pt x="119011" y="135210"/>
                </a:cubicBezTo>
                <a:lnTo>
                  <a:pt x="119011" y="148061"/>
                </a:lnTo>
                <a:cubicBezTo>
                  <a:pt x="119011" y="178806"/>
                  <a:pt x="136780" y="206781"/>
                  <a:pt x="164549" y="219839"/>
                </a:cubicBezTo>
                <a:lnTo>
                  <a:pt x="172194" y="223435"/>
                </a:lnTo>
                <a:cubicBezTo>
                  <a:pt x="174177" y="224344"/>
                  <a:pt x="176326" y="224840"/>
                  <a:pt x="178475" y="224840"/>
                </a:cubicBezTo>
                <a:cubicBezTo>
                  <a:pt x="180624" y="224840"/>
                  <a:pt x="182814" y="224344"/>
                  <a:pt x="184756" y="223435"/>
                </a:cubicBezTo>
                <a:lnTo>
                  <a:pt x="192401" y="219839"/>
                </a:lnTo>
                <a:cubicBezTo>
                  <a:pt x="220253" y="206740"/>
                  <a:pt x="238022" y="178764"/>
                  <a:pt x="238022" y="148020"/>
                </a:cubicBezTo>
                <a:lnTo>
                  <a:pt x="238022" y="135168"/>
                </a:lnTo>
                <a:cubicBezTo>
                  <a:pt x="238022" y="129466"/>
                  <a:pt x="234385" y="124424"/>
                  <a:pt x="228972" y="122606"/>
                </a:cubicBezTo>
                <a:lnTo>
                  <a:pt x="182690" y="107192"/>
                </a:lnTo>
                <a:cubicBezTo>
                  <a:pt x="179963" y="106283"/>
                  <a:pt x="177029" y="106283"/>
                  <a:pt x="174343" y="10719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5004720" y="1604520"/>
            <a:ext cx="16236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RBAC Контрол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0"/>
          <p:cNvSpPr/>
          <p:nvPr/>
        </p:nvSpPr>
        <p:spPr>
          <a:xfrm>
            <a:off x="4405320" y="2080440"/>
            <a:ext cx="345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Role-Based Access Control с 5 нива на достъп и гранулирани разрешения за всяка роля.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1"/>
          <p:cNvSpPr/>
          <p:nvPr/>
        </p:nvSpPr>
        <p:spPr>
          <a:xfrm>
            <a:off x="4405320" y="2644560"/>
            <a:ext cx="3383640" cy="597960"/>
          </a:xfrm>
          <a:custGeom>
            <a:avLst/>
            <a:gdLst>
              <a:gd name="textAreaLeft" fmla="*/ 0 w 3383640"/>
              <a:gd name="textAreaRight" fmla="*/ 3385080 w 3383640"/>
              <a:gd name="textAreaTop" fmla="*/ 0 h 597960"/>
              <a:gd name="textAreaBottom" fmla="*/ 599400 h 597960"/>
            </a:gdLst>
            <a:ahLst/>
            <a:rect l="textAreaLeft" t="textAreaTop" r="textAreaRight" b="textAreaBottom"/>
            <a:pathLst>
              <a:path w="3385197" h="599462">
                <a:moveTo>
                  <a:pt x="105787" y="0"/>
                </a:moveTo>
                <a:lnTo>
                  <a:pt x="3279410" y="0"/>
                </a:lnTo>
                <a:cubicBezTo>
                  <a:pt x="3337835" y="0"/>
                  <a:pt x="3385197" y="47362"/>
                  <a:pt x="3385197" y="105787"/>
                </a:cubicBezTo>
                <a:lnTo>
                  <a:pt x="3385197" y="493675"/>
                </a:lnTo>
                <a:cubicBezTo>
                  <a:pt x="3385197" y="552100"/>
                  <a:pt x="3337835" y="599462"/>
                  <a:pt x="3279410" y="599462"/>
                </a:cubicBezTo>
                <a:lnTo>
                  <a:pt x="105787" y="599462"/>
                </a:lnTo>
                <a:cubicBezTo>
                  <a:pt x="47362" y="599462"/>
                  <a:pt x="0" y="552100"/>
                  <a:pt x="0" y="493675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2"/>
          <p:cNvSpPr/>
          <p:nvPr/>
        </p:nvSpPr>
        <p:spPr>
          <a:xfrm>
            <a:off x="4528440" y="277704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23"/>
          <p:cNvSpPr/>
          <p:nvPr/>
        </p:nvSpPr>
        <p:spPr>
          <a:xfrm>
            <a:off x="4735800" y="2750400"/>
            <a:ext cx="166392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5 потребителски роли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4"/>
          <p:cNvSpPr/>
          <p:nvPr/>
        </p:nvSpPr>
        <p:spPr>
          <a:xfrm>
            <a:off x="4528440" y="298836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5"/>
          <p:cNvSpPr/>
          <p:nvPr/>
        </p:nvSpPr>
        <p:spPr>
          <a:xfrm>
            <a:off x="4735800" y="2962080"/>
            <a:ext cx="143532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Middleware проверка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6"/>
          <p:cNvSpPr/>
          <p:nvPr/>
        </p:nvSpPr>
        <p:spPr>
          <a:xfrm>
            <a:off x="8105040" y="1287000"/>
            <a:ext cx="3736440" cy="213192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2131920"/>
              <a:gd name="textAreaBottom" fmla="*/ 2133360 h 2131920"/>
            </a:gdLst>
            <a:ahLst/>
            <a:rect l="textAreaLeft" t="textAreaTop" r="textAreaRight" b="textAreaBottom"/>
            <a:pathLst>
              <a:path w="3737822" h="2133380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1992321"/>
                </a:lnTo>
                <a:cubicBezTo>
                  <a:pt x="3737822" y="2070173"/>
                  <a:pt x="3674616" y="2133380"/>
                  <a:pt x="3596763" y="2133380"/>
                </a:cubicBezTo>
                <a:lnTo>
                  <a:pt x="141059" y="2133380"/>
                </a:lnTo>
                <a:cubicBezTo>
                  <a:pt x="63154" y="2133380"/>
                  <a:pt x="0" y="2070225"/>
                  <a:pt x="0" y="1992321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2120" dir="5400000" dist="88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7"/>
          <p:cNvSpPr/>
          <p:nvPr/>
        </p:nvSpPr>
        <p:spPr>
          <a:xfrm>
            <a:off x="8105040" y="1287000"/>
            <a:ext cx="3736440" cy="3384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37822" h="35262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8"/>
          <p:cNvSpPr/>
          <p:nvPr/>
        </p:nvSpPr>
        <p:spPr>
          <a:xfrm>
            <a:off x="8281440" y="1481040"/>
            <a:ext cx="492120" cy="492120"/>
          </a:xfrm>
          <a:custGeom>
            <a:avLst/>
            <a:gdLst>
              <a:gd name="textAreaLeft" fmla="*/ 0 w 492120"/>
              <a:gd name="textAreaRight" fmla="*/ 493560 w 492120"/>
              <a:gd name="textAreaTop" fmla="*/ 0 h 492120"/>
              <a:gd name="textAreaBottom" fmla="*/ 493560 h 492120"/>
            </a:gdLst>
            <a:ahLst/>
            <a:rect l="textAreaLeft" t="textAreaTop" r="textAreaRight" b="textAreaBottom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9"/>
          <p:cNvSpPr/>
          <p:nvPr/>
        </p:nvSpPr>
        <p:spPr>
          <a:xfrm>
            <a:off x="8409240" y="1622160"/>
            <a:ext cx="236520" cy="210240"/>
          </a:xfrm>
          <a:custGeom>
            <a:avLst/>
            <a:gdLst>
              <a:gd name="textAreaLeft" fmla="*/ 0 w 236520"/>
              <a:gd name="textAreaRight" fmla="*/ 237960 w 236520"/>
              <a:gd name="textAreaTop" fmla="*/ 0 h 210240"/>
              <a:gd name="textAreaBottom" fmla="*/ 211680 h 210240"/>
            </a:gdLst>
            <a:ahLst/>
            <a:rect l="textAreaLeft" t="textAreaTop" r="textAreaRight" b="textAreaBottom"/>
            <a:pathLst>
              <a:path w="238022" h="211575">
                <a:moveTo>
                  <a:pt x="149094" y="496"/>
                </a:moveTo>
                <a:cubicBezTo>
                  <a:pt x="142069" y="-1529"/>
                  <a:pt x="134755" y="2562"/>
                  <a:pt x="132730" y="9587"/>
                </a:cubicBezTo>
                <a:lnTo>
                  <a:pt x="79836" y="194715"/>
                </a:lnTo>
                <a:cubicBezTo>
                  <a:pt x="77812" y="201740"/>
                  <a:pt x="81903" y="209054"/>
                  <a:pt x="88928" y="211079"/>
                </a:cubicBezTo>
                <a:cubicBezTo>
                  <a:pt x="95952" y="213104"/>
                  <a:pt x="103267" y="209013"/>
                  <a:pt x="105292" y="201988"/>
                </a:cubicBezTo>
                <a:lnTo>
                  <a:pt x="158185" y="16860"/>
                </a:lnTo>
                <a:cubicBezTo>
                  <a:pt x="160210" y="9835"/>
                  <a:pt x="156119" y="2521"/>
                  <a:pt x="149094" y="496"/>
                </a:cubicBezTo>
                <a:close/>
                <a:moveTo>
                  <a:pt x="175789" y="56737"/>
                </a:moveTo>
                <a:cubicBezTo>
                  <a:pt x="170624" y="61902"/>
                  <a:pt x="170624" y="70291"/>
                  <a:pt x="175789" y="75456"/>
                </a:cubicBezTo>
                <a:lnTo>
                  <a:pt x="206120" y="105787"/>
                </a:lnTo>
                <a:lnTo>
                  <a:pt x="175789" y="136119"/>
                </a:lnTo>
                <a:cubicBezTo>
                  <a:pt x="170624" y="141284"/>
                  <a:pt x="170624" y="149673"/>
                  <a:pt x="175789" y="154838"/>
                </a:cubicBezTo>
                <a:cubicBezTo>
                  <a:pt x="180954" y="160003"/>
                  <a:pt x="189343" y="160003"/>
                  <a:pt x="194508" y="154838"/>
                </a:cubicBezTo>
                <a:lnTo>
                  <a:pt x="234179" y="115168"/>
                </a:lnTo>
                <a:cubicBezTo>
                  <a:pt x="239344" y="110002"/>
                  <a:pt x="239344" y="101614"/>
                  <a:pt x="234179" y="96448"/>
                </a:cubicBezTo>
                <a:lnTo>
                  <a:pt x="194508" y="56778"/>
                </a:lnTo>
                <a:cubicBezTo>
                  <a:pt x="189343" y="51613"/>
                  <a:pt x="180954" y="51613"/>
                  <a:pt x="175789" y="56778"/>
                </a:cubicBezTo>
                <a:close/>
                <a:moveTo>
                  <a:pt x="62274" y="56737"/>
                </a:moveTo>
                <a:cubicBezTo>
                  <a:pt x="57109" y="51571"/>
                  <a:pt x="48720" y="51571"/>
                  <a:pt x="43555" y="56737"/>
                </a:cubicBezTo>
                <a:lnTo>
                  <a:pt x="3884" y="96407"/>
                </a:lnTo>
                <a:cubicBezTo>
                  <a:pt x="-1281" y="101572"/>
                  <a:pt x="-1281" y="109961"/>
                  <a:pt x="3884" y="115126"/>
                </a:cubicBezTo>
                <a:lnTo>
                  <a:pt x="43555" y="154797"/>
                </a:lnTo>
                <a:cubicBezTo>
                  <a:pt x="48720" y="159962"/>
                  <a:pt x="57109" y="159962"/>
                  <a:pt x="62274" y="154797"/>
                </a:cubicBezTo>
                <a:cubicBezTo>
                  <a:pt x="67439" y="149631"/>
                  <a:pt x="67439" y="141243"/>
                  <a:pt x="62274" y="136077"/>
                </a:cubicBezTo>
                <a:lnTo>
                  <a:pt x="31943" y="105787"/>
                </a:lnTo>
                <a:lnTo>
                  <a:pt x="62233" y="75456"/>
                </a:lnTo>
                <a:cubicBezTo>
                  <a:pt x="67398" y="70291"/>
                  <a:pt x="67398" y="61902"/>
                  <a:pt x="62233" y="567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30"/>
          <p:cNvSpPr/>
          <p:nvPr/>
        </p:nvSpPr>
        <p:spPr>
          <a:xfrm>
            <a:off x="8880840" y="1604520"/>
            <a:ext cx="20908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SQL Injection Защита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1"/>
          <p:cNvSpPr/>
          <p:nvPr/>
        </p:nvSpPr>
        <p:spPr>
          <a:xfrm>
            <a:off x="8281440" y="2080440"/>
            <a:ext cx="345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Параметризирани заявки и prepared statements за предотвратяване на SQL инжекции.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2"/>
          <p:cNvSpPr/>
          <p:nvPr/>
        </p:nvSpPr>
        <p:spPr>
          <a:xfrm>
            <a:off x="8281440" y="2644560"/>
            <a:ext cx="3383640" cy="597960"/>
          </a:xfrm>
          <a:custGeom>
            <a:avLst/>
            <a:gdLst>
              <a:gd name="textAreaLeft" fmla="*/ 0 w 3383640"/>
              <a:gd name="textAreaRight" fmla="*/ 3385080 w 3383640"/>
              <a:gd name="textAreaTop" fmla="*/ 0 h 597960"/>
              <a:gd name="textAreaBottom" fmla="*/ 599400 h 597960"/>
            </a:gdLst>
            <a:ahLst/>
            <a:rect l="textAreaLeft" t="textAreaTop" r="textAreaRight" b="textAreaBottom"/>
            <a:pathLst>
              <a:path w="3385197" h="599462">
                <a:moveTo>
                  <a:pt x="105787" y="0"/>
                </a:moveTo>
                <a:lnTo>
                  <a:pt x="3279410" y="0"/>
                </a:lnTo>
                <a:cubicBezTo>
                  <a:pt x="3337835" y="0"/>
                  <a:pt x="3385197" y="47362"/>
                  <a:pt x="3385197" y="105787"/>
                </a:cubicBezTo>
                <a:lnTo>
                  <a:pt x="3385197" y="493675"/>
                </a:lnTo>
                <a:cubicBezTo>
                  <a:pt x="3385197" y="552100"/>
                  <a:pt x="3337835" y="599462"/>
                  <a:pt x="3279410" y="599462"/>
                </a:cubicBezTo>
                <a:lnTo>
                  <a:pt x="105787" y="599462"/>
                </a:lnTo>
                <a:cubicBezTo>
                  <a:pt x="47362" y="599462"/>
                  <a:pt x="0" y="552100"/>
                  <a:pt x="0" y="493675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3"/>
          <p:cNvSpPr/>
          <p:nvPr/>
        </p:nvSpPr>
        <p:spPr>
          <a:xfrm>
            <a:off x="8404920" y="277704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34"/>
          <p:cNvSpPr/>
          <p:nvPr/>
        </p:nvSpPr>
        <p:spPr>
          <a:xfrm>
            <a:off x="8611920" y="2750400"/>
            <a:ext cx="9882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100% защита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35"/>
          <p:cNvSpPr/>
          <p:nvPr/>
        </p:nvSpPr>
        <p:spPr>
          <a:xfrm>
            <a:off x="8404920" y="298836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6"/>
          <p:cNvSpPr/>
          <p:nvPr/>
        </p:nvSpPr>
        <p:spPr>
          <a:xfrm>
            <a:off x="8611920" y="2962080"/>
            <a:ext cx="16740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pg-promise библиотека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7"/>
          <p:cNvSpPr/>
          <p:nvPr/>
        </p:nvSpPr>
        <p:spPr>
          <a:xfrm>
            <a:off x="352800" y="3579120"/>
            <a:ext cx="3736440" cy="213192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2131920"/>
              <a:gd name="textAreaBottom" fmla="*/ 2133360 h 2131920"/>
            </a:gdLst>
            <a:ahLst/>
            <a:rect l="textAreaLeft" t="textAreaTop" r="textAreaRight" b="textAreaBottom"/>
            <a:pathLst>
              <a:path w="3737822" h="2133380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1992321"/>
                </a:lnTo>
                <a:cubicBezTo>
                  <a:pt x="3737822" y="2070173"/>
                  <a:pt x="3674616" y="2133380"/>
                  <a:pt x="3596763" y="2133380"/>
                </a:cubicBezTo>
                <a:lnTo>
                  <a:pt x="141059" y="2133380"/>
                </a:lnTo>
                <a:cubicBezTo>
                  <a:pt x="63154" y="2133380"/>
                  <a:pt x="0" y="2070225"/>
                  <a:pt x="0" y="1992321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2120" dir="5400000" dist="88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8"/>
          <p:cNvSpPr/>
          <p:nvPr/>
        </p:nvSpPr>
        <p:spPr>
          <a:xfrm>
            <a:off x="352800" y="3579120"/>
            <a:ext cx="3736440" cy="3384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37822" h="35262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39"/>
          <p:cNvSpPr/>
          <p:nvPr/>
        </p:nvSpPr>
        <p:spPr>
          <a:xfrm>
            <a:off x="528840" y="3773160"/>
            <a:ext cx="492120" cy="492120"/>
          </a:xfrm>
          <a:custGeom>
            <a:avLst/>
            <a:gdLst>
              <a:gd name="textAreaLeft" fmla="*/ 0 w 492120"/>
              <a:gd name="textAreaRight" fmla="*/ 493560 w 492120"/>
              <a:gd name="textAreaTop" fmla="*/ 0 h 492120"/>
              <a:gd name="textAreaBottom" fmla="*/ 493560 h 492120"/>
            </a:gdLst>
            <a:ahLst/>
            <a:rect l="textAreaLeft" t="textAreaTop" r="textAreaRight" b="textAreaBottom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gradFill rotWithShape="0">
            <a:gsLst>
              <a:gs pos="0">
                <a:srgbClr val="f59e0b"/>
              </a:gs>
              <a:gs pos="100000">
                <a:srgbClr val="f59e0b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0"/>
          <p:cNvSpPr/>
          <p:nvPr/>
        </p:nvSpPr>
        <p:spPr>
          <a:xfrm>
            <a:off x="656640" y="3914280"/>
            <a:ext cx="236520" cy="210240"/>
          </a:xfrm>
          <a:custGeom>
            <a:avLst/>
            <a:gdLst>
              <a:gd name="textAreaLeft" fmla="*/ 0 w 236520"/>
              <a:gd name="textAreaRight" fmla="*/ 237960 w 236520"/>
              <a:gd name="textAreaTop" fmla="*/ 0 h 210240"/>
              <a:gd name="textAreaBottom" fmla="*/ 211680 h 210240"/>
            </a:gdLst>
            <a:ahLst/>
            <a:rect l="textAreaLeft" t="textAreaTop" r="textAreaRight" b="textAreaBottom"/>
            <a:pathLst>
              <a:path w="238022" h="211575">
                <a:moveTo>
                  <a:pt x="79341" y="39670"/>
                </a:moveTo>
                <a:cubicBezTo>
                  <a:pt x="79341" y="17769"/>
                  <a:pt x="97110" y="0"/>
                  <a:pt x="119011" y="0"/>
                </a:cubicBezTo>
                <a:cubicBezTo>
                  <a:pt x="140912" y="0"/>
                  <a:pt x="158681" y="17769"/>
                  <a:pt x="158681" y="39670"/>
                </a:cubicBezTo>
                <a:lnTo>
                  <a:pt x="158681" y="41158"/>
                </a:lnTo>
                <a:cubicBezTo>
                  <a:pt x="158681" y="47646"/>
                  <a:pt x="153433" y="52894"/>
                  <a:pt x="146945" y="52894"/>
                </a:cubicBezTo>
                <a:lnTo>
                  <a:pt x="91118" y="52894"/>
                </a:lnTo>
                <a:cubicBezTo>
                  <a:pt x="84630" y="52894"/>
                  <a:pt x="79382" y="47646"/>
                  <a:pt x="79382" y="41158"/>
                </a:cubicBezTo>
                <a:lnTo>
                  <a:pt x="79382" y="39670"/>
                </a:lnTo>
                <a:close/>
                <a:moveTo>
                  <a:pt x="222154" y="44960"/>
                </a:moveTo>
                <a:cubicBezTo>
                  <a:pt x="226534" y="50786"/>
                  <a:pt x="225335" y="59092"/>
                  <a:pt x="219509" y="63472"/>
                </a:cubicBezTo>
                <a:lnTo>
                  <a:pt x="179095" y="93762"/>
                </a:lnTo>
                <a:cubicBezTo>
                  <a:pt x="181285" y="97440"/>
                  <a:pt x="182938" y="101490"/>
                  <a:pt x="183971" y="105787"/>
                </a:cubicBezTo>
                <a:lnTo>
                  <a:pt x="224798" y="105787"/>
                </a:lnTo>
                <a:cubicBezTo>
                  <a:pt x="232112" y="105787"/>
                  <a:pt x="238022" y="111697"/>
                  <a:pt x="238022" y="119011"/>
                </a:cubicBezTo>
                <a:cubicBezTo>
                  <a:pt x="238022" y="126325"/>
                  <a:pt x="232112" y="132234"/>
                  <a:pt x="224798" y="132234"/>
                </a:cubicBezTo>
                <a:lnTo>
                  <a:pt x="185128" y="132234"/>
                </a:lnTo>
                <a:lnTo>
                  <a:pt x="185128" y="145458"/>
                </a:lnTo>
                <a:cubicBezTo>
                  <a:pt x="185128" y="146532"/>
                  <a:pt x="185087" y="147648"/>
                  <a:pt x="185045" y="148722"/>
                </a:cubicBezTo>
                <a:lnTo>
                  <a:pt x="219509" y="174549"/>
                </a:lnTo>
                <a:cubicBezTo>
                  <a:pt x="225335" y="178930"/>
                  <a:pt x="226534" y="187235"/>
                  <a:pt x="222154" y="193062"/>
                </a:cubicBezTo>
                <a:cubicBezTo>
                  <a:pt x="217773" y="198889"/>
                  <a:pt x="209467" y="200087"/>
                  <a:pt x="203641" y="195707"/>
                </a:cubicBezTo>
                <a:lnTo>
                  <a:pt x="177566" y="176161"/>
                </a:lnTo>
                <a:cubicBezTo>
                  <a:pt x="167979" y="194426"/>
                  <a:pt x="150086" y="207649"/>
                  <a:pt x="128928" y="210831"/>
                </a:cubicBezTo>
                <a:lnTo>
                  <a:pt x="128928" y="115705"/>
                </a:lnTo>
                <a:cubicBezTo>
                  <a:pt x="128928" y="110209"/>
                  <a:pt x="124507" y="105787"/>
                  <a:pt x="119011" y="105787"/>
                </a:cubicBezTo>
                <a:cubicBezTo>
                  <a:pt x="113515" y="105787"/>
                  <a:pt x="109093" y="110209"/>
                  <a:pt x="109093" y="115705"/>
                </a:cubicBezTo>
                <a:lnTo>
                  <a:pt x="109093" y="210831"/>
                </a:lnTo>
                <a:cubicBezTo>
                  <a:pt x="87936" y="207649"/>
                  <a:pt x="70043" y="194426"/>
                  <a:pt x="60456" y="176161"/>
                </a:cubicBezTo>
                <a:lnTo>
                  <a:pt x="34381" y="195707"/>
                </a:lnTo>
                <a:cubicBezTo>
                  <a:pt x="28554" y="200087"/>
                  <a:pt x="20248" y="198889"/>
                  <a:pt x="15868" y="193062"/>
                </a:cubicBezTo>
                <a:cubicBezTo>
                  <a:pt x="11488" y="187235"/>
                  <a:pt x="12686" y="178930"/>
                  <a:pt x="18513" y="174549"/>
                </a:cubicBezTo>
                <a:lnTo>
                  <a:pt x="52976" y="148722"/>
                </a:lnTo>
                <a:cubicBezTo>
                  <a:pt x="52935" y="147648"/>
                  <a:pt x="52894" y="146573"/>
                  <a:pt x="52894" y="145458"/>
                </a:cubicBezTo>
                <a:lnTo>
                  <a:pt x="52894" y="132234"/>
                </a:lnTo>
                <a:lnTo>
                  <a:pt x="13223" y="132234"/>
                </a:lnTo>
                <a:cubicBezTo>
                  <a:pt x="5909" y="132234"/>
                  <a:pt x="0" y="126325"/>
                  <a:pt x="0" y="119011"/>
                </a:cubicBezTo>
                <a:cubicBezTo>
                  <a:pt x="0" y="111697"/>
                  <a:pt x="5909" y="105787"/>
                  <a:pt x="13223" y="105787"/>
                </a:cubicBezTo>
                <a:lnTo>
                  <a:pt x="54051" y="105787"/>
                </a:lnTo>
                <a:cubicBezTo>
                  <a:pt x="55084" y="101490"/>
                  <a:pt x="56737" y="97440"/>
                  <a:pt x="58927" y="93762"/>
                </a:cubicBezTo>
                <a:lnTo>
                  <a:pt x="18513" y="63472"/>
                </a:lnTo>
                <a:cubicBezTo>
                  <a:pt x="12686" y="59092"/>
                  <a:pt x="11488" y="50786"/>
                  <a:pt x="15868" y="44960"/>
                </a:cubicBezTo>
                <a:cubicBezTo>
                  <a:pt x="20248" y="39133"/>
                  <a:pt x="28554" y="37935"/>
                  <a:pt x="34381" y="42315"/>
                </a:cubicBezTo>
                <a:lnTo>
                  <a:pt x="79341" y="76035"/>
                </a:lnTo>
                <a:cubicBezTo>
                  <a:pt x="84423" y="73927"/>
                  <a:pt x="90002" y="72729"/>
                  <a:pt x="95870" y="72729"/>
                </a:cubicBezTo>
                <a:lnTo>
                  <a:pt x="142152" y="72729"/>
                </a:lnTo>
                <a:cubicBezTo>
                  <a:pt x="148020" y="72729"/>
                  <a:pt x="153598" y="73886"/>
                  <a:pt x="158681" y="76035"/>
                </a:cubicBezTo>
                <a:lnTo>
                  <a:pt x="203641" y="42315"/>
                </a:lnTo>
                <a:cubicBezTo>
                  <a:pt x="209467" y="37935"/>
                  <a:pt x="217773" y="39133"/>
                  <a:pt x="222154" y="449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1"/>
          <p:cNvSpPr/>
          <p:nvPr/>
        </p:nvSpPr>
        <p:spPr>
          <a:xfrm>
            <a:off x="1128240" y="3896640"/>
            <a:ext cx="13852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XSS Защита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42"/>
          <p:cNvSpPr/>
          <p:nvPr/>
        </p:nvSpPr>
        <p:spPr>
          <a:xfrm>
            <a:off x="528840" y="4372560"/>
            <a:ext cx="345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Санитизация на входни данни и escape на изхода за предотвратяване на Cross-Site Scripting.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43"/>
          <p:cNvSpPr/>
          <p:nvPr/>
        </p:nvSpPr>
        <p:spPr>
          <a:xfrm>
            <a:off x="528840" y="4936680"/>
            <a:ext cx="3383640" cy="597960"/>
          </a:xfrm>
          <a:custGeom>
            <a:avLst/>
            <a:gdLst>
              <a:gd name="textAreaLeft" fmla="*/ 0 w 3383640"/>
              <a:gd name="textAreaRight" fmla="*/ 3385080 w 3383640"/>
              <a:gd name="textAreaTop" fmla="*/ 0 h 597960"/>
              <a:gd name="textAreaBottom" fmla="*/ 599400 h 597960"/>
            </a:gdLst>
            <a:ahLst/>
            <a:rect l="textAreaLeft" t="textAreaTop" r="textAreaRight" b="textAreaBottom"/>
            <a:pathLst>
              <a:path w="3385197" h="599462">
                <a:moveTo>
                  <a:pt x="105787" y="0"/>
                </a:moveTo>
                <a:lnTo>
                  <a:pt x="3279410" y="0"/>
                </a:lnTo>
                <a:cubicBezTo>
                  <a:pt x="3337835" y="0"/>
                  <a:pt x="3385197" y="47362"/>
                  <a:pt x="3385197" y="105787"/>
                </a:cubicBezTo>
                <a:lnTo>
                  <a:pt x="3385197" y="493675"/>
                </a:lnTo>
                <a:cubicBezTo>
                  <a:pt x="3385197" y="552100"/>
                  <a:pt x="3337835" y="599462"/>
                  <a:pt x="3279410" y="599462"/>
                </a:cubicBezTo>
                <a:lnTo>
                  <a:pt x="105787" y="599462"/>
                </a:lnTo>
                <a:cubicBezTo>
                  <a:pt x="47362" y="599462"/>
                  <a:pt x="0" y="552100"/>
                  <a:pt x="0" y="493675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4"/>
          <p:cNvSpPr/>
          <p:nvPr/>
        </p:nvSpPr>
        <p:spPr>
          <a:xfrm>
            <a:off x="652320" y="506916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45"/>
          <p:cNvSpPr/>
          <p:nvPr/>
        </p:nvSpPr>
        <p:spPr>
          <a:xfrm>
            <a:off x="859680" y="5042520"/>
            <a:ext cx="16538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DOMPurify библиотека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46"/>
          <p:cNvSpPr/>
          <p:nvPr/>
        </p:nvSpPr>
        <p:spPr>
          <a:xfrm>
            <a:off x="652320" y="528048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47"/>
          <p:cNvSpPr/>
          <p:nvPr/>
        </p:nvSpPr>
        <p:spPr>
          <a:xfrm>
            <a:off x="859680" y="5254200"/>
            <a:ext cx="14252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CSP headers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8"/>
          <p:cNvSpPr/>
          <p:nvPr/>
        </p:nvSpPr>
        <p:spPr>
          <a:xfrm>
            <a:off x="4228920" y="3579120"/>
            <a:ext cx="3736440" cy="213192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2131920"/>
              <a:gd name="textAreaBottom" fmla="*/ 2133360 h 2131920"/>
            </a:gdLst>
            <a:ahLst/>
            <a:rect l="textAreaLeft" t="textAreaTop" r="textAreaRight" b="textAreaBottom"/>
            <a:pathLst>
              <a:path w="3737822" h="2133380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1992321"/>
                </a:lnTo>
                <a:cubicBezTo>
                  <a:pt x="3737822" y="2070173"/>
                  <a:pt x="3674616" y="2133380"/>
                  <a:pt x="3596763" y="2133380"/>
                </a:cubicBezTo>
                <a:lnTo>
                  <a:pt x="141059" y="2133380"/>
                </a:lnTo>
                <a:cubicBezTo>
                  <a:pt x="63154" y="2133380"/>
                  <a:pt x="0" y="2070225"/>
                  <a:pt x="0" y="1992321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2120" dir="5400000" dist="88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49"/>
          <p:cNvSpPr/>
          <p:nvPr/>
        </p:nvSpPr>
        <p:spPr>
          <a:xfrm>
            <a:off x="4228920" y="3579120"/>
            <a:ext cx="3736440" cy="3384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37822" h="35262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50"/>
          <p:cNvSpPr/>
          <p:nvPr/>
        </p:nvSpPr>
        <p:spPr>
          <a:xfrm>
            <a:off x="4405320" y="3773160"/>
            <a:ext cx="492120" cy="492120"/>
          </a:xfrm>
          <a:custGeom>
            <a:avLst/>
            <a:gdLst>
              <a:gd name="textAreaLeft" fmla="*/ 0 w 492120"/>
              <a:gd name="textAreaRight" fmla="*/ 493560 w 492120"/>
              <a:gd name="textAreaTop" fmla="*/ 0 h 492120"/>
              <a:gd name="textAreaBottom" fmla="*/ 493560 h 492120"/>
            </a:gdLst>
            <a:ahLst/>
            <a:rect l="textAreaLeft" t="textAreaTop" r="textAreaRight" b="textAreaBottom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gradFill rotWithShape="0">
            <a:gsLst>
              <a:gs pos="0">
                <a:srgbClr val="ec4899"/>
              </a:gs>
              <a:gs pos="100000">
                <a:srgbClr val="ec4899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51"/>
          <p:cNvSpPr/>
          <p:nvPr/>
        </p:nvSpPr>
        <p:spPr>
          <a:xfrm>
            <a:off x="4546080" y="3914280"/>
            <a:ext cx="210240" cy="210240"/>
          </a:xfrm>
          <a:custGeom>
            <a:avLst/>
            <a:gdLst>
              <a:gd name="textAreaLeft" fmla="*/ 0 w 210240"/>
              <a:gd name="textAreaRight" fmla="*/ 211680 w 210240"/>
              <a:gd name="textAreaTop" fmla="*/ 0 h 210240"/>
              <a:gd name="textAreaBottom" fmla="*/ 211680 h 210240"/>
            </a:gdLst>
            <a:ahLst/>
            <a:rect l="textAreaLeft" t="textAreaTop" r="textAreaRight" b="textAreaBottom"/>
            <a:pathLst>
              <a:path w="211575" h="211575">
                <a:moveTo>
                  <a:pt x="0" y="105787"/>
                </a:moveTo>
                <a:cubicBezTo>
                  <a:pt x="0" y="47402"/>
                  <a:pt x="47402" y="0"/>
                  <a:pt x="105787" y="0"/>
                </a:cubicBezTo>
                <a:cubicBezTo>
                  <a:pt x="164173" y="0"/>
                  <a:pt x="211575" y="47402"/>
                  <a:pt x="211575" y="105787"/>
                </a:cubicBezTo>
                <a:cubicBezTo>
                  <a:pt x="211575" y="164173"/>
                  <a:pt x="164173" y="211575"/>
                  <a:pt x="105787" y="211575"/>
                </a:cubicBezTo>
                <a:cubicBezTo>
                  <a:pt x="47402" y="211575"/>
                  <a:pt x="0" y="164173"/>
                  <a:pt x="0" y="105787"/>
                </a:cubicBezTo>
                <a:close/>
                <a:moveTo>
                  <a:pt x="119011" y="39670"/>
                </a:moveTo>
                <a:cubicBezTo>
                  <a:pt x="119011" y="32372"/>
                  <a:pt x="113086" y="26447"/>
                  <a:pt x="105787" y="26447"/>
                </a:cubicBezTo>
                <a:cubicBezTo>
                  <a:pt x="98489" y="26447"/>
                  <a:pt x="92564" y="32372"/>
                  <a:pt x="92564" y="39670"/>
                </a:cubicBezTo>
                <a:cubicBezTo>
                  <a:pt x="92564" y="46968"/>
                  <a:pt x="98489" y="52894"/>
                  <a:pt x="105787" y="52894"/>
                </a:cubicBezTo>
                <a:cubicBezTo>
                  <a:pt x="113086" y="52894"/>
                  <a:pt x="119011" y="46968"/>
                  <a:pt x="119011" y="39670"/>
                </a:cubicBezTo>
                <a:close/>
                <a:moveTo>
                  <a:pt x="105787" y="171905"/>
                </a:moveTo>
                <a:cubicBezTo>
                  <a:pt x="120375" y="171905"/>
                  <a:pt x="132234" y="160045"/>
                  <a:pt x="132234" y="145458"/>
                </a:cubicBezTo>
                <a:cubicBezTo>
                  <a:pt x="132234" y="138763"/>
                  <a:pt x="129755" y="132606"/>
                  <a:pt x="125623" y="127978"/>
                </a:cubicBezTo>
                <a:lnTo>
                  <a:pt x="154342" y="70580"/>
                </a:lnTo>
                <a:cubicBezTo>
                  <a:pt x="156780" y="65663"/>
                  <a:pt x="154797" y="59712"/>
                  <a:pt x="149921" y="57274"/>
                </a:cubicBezTo>
                <a:cubicBezTo>
                  <a:pt x="145044" y="54836"/>
                  <a:pt x="139053" y="56819"/>
                  <a:pt x="136615" y="61696"/>
                </a:cubicBezTo>
                <a:lnTo>
                  <a:pt x="107895" y="119093"/>
                </a:lnTo>
                <a:cubicBezTo>
                  <a:pt x="107192" y="119052"/>
                  <a:pt x="106490" y="119011"/>
                  <a:pt x="105787" y="119011"/>
                </a:cubicBezTo>
                <a:cubicBezTo>
                  <a:pt x="91200" y="119011"/>
                  <a:pt x="79341" y="130871"/>
                  <a:pt x="79341" y="145458"/>
                </a:cubicBezTo>
                <a:cubicBezTo>
                  <a:pt x="79341" y="160045"/>
                  <a:pt x="91200" y="171905"/>
                  <a:pt x="105787" y="171905"/>
                </a:cubicBezTo>
                <a:close/>
                <a:moveTo>
                  <a:pt x="72729" y="59505"/>
                </a:moveTo>
                <a:cubicBezTo>
                  <a:pt x="72729" y="52207"/>
                  <a:pt x="66804" y="46282"/>
                  <a:pt x="59505" y="46282"/>
                </a:cubicBezTo>
                <a:cubicBezTo>
                  <a:pt x="52207" y="46282"/>
                  <a:pt x="46282" y="52207"/>
                  <a:pt x="46282" y="59505"/>
                </a:cubicBezTo>
                <a:cubicBezTo>
                  <a:pt x="46282" y="66804"/>
                  <a:pt x="52207" y="72729"/>
                  <a:pt x="59505" y="72729"/>
                </a:cubicBezTo>
                <a:cubicBezTo>
                  <a:pt x="66804" y="72729"/>
                  <a:pt x="72729" y="66804"/>
                  <a:pt x="72729" y="59505"/>
                </a:cubicBezTo>
                <a:close/>
                <a:moveTo>
                  <a:pt x="39670" y="119011"/>
                </a:moveTo>
                <a:cubicBezTo>
                  <a:pt x="46968" y="119011"/>
                  <a:pt x="52894" y="113086"/>
                  <a:pt x="52894" y="105787"/>
                </a:cubicBezTo>
                <a:cubicBezTo>
                  <a:pt x="52894" y="98489"/>
                  <a:pt x="46968" y="92564"/>
                  <a:pt x="39670" y="92564"/>
                </a:cubicBezTo>
                <a:cubicBezTo>
                  <a:pt x="32372" y="92564"/>
                  <a:pt x="26447" y="98489"/>
                  <a:pt x="26447" y="105787"/>
                </a:cubicBezTo>
                <a:cubicBezTo>
                  <a:pt x="26447" y="113086"/>
                  <a:pt x="32372" y="119011"/>
                  <a:pt x="39670" y="119011"/>
                </a:cubicBezTo>
                <a:close/>
                <a:moveTo>
                  <a:pt x="185128" y="105787"/>
                </a:moveTo>
                <a:cubicBezTo>
                  <a:pt x="185128" y="98489"/>
                  <a:pt x="179203" y="92564"/>
                  <a:pt x="171905" y="92564"/>
                </a:cubicBezTo>
                <a:cubicBezTo>
                  <a:pt x="164606" y="92564"/>
                  <a:pt x="158681" y="98489"/>
                  <a:pt x="158681" y="105787"/>
                </a:cubicBezTo>
                <a:cubicBezTo>
                  <a:pt x="158681" y="113086"/>
                  <a:pt x="164606" y="119011"/>
                  <a:pt x="171905" y="119011"/>
                </a:cubicBezTo>
                <a:cubicBezTo>
                  <a:pt x="179203" y="119011"/>
                  <a:pt x="185128" y="113086"/>
                  <a:pt x="185128" y="1057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52"/>
          <p:cNvSpPr/>
          <p:nvPr/>
        </p:nvSpPr>
        <p:spPr>
          <a:xfrm rot="15600">
            <a:off x="5004000" y="3898440"/>
            <a:ext cx="13950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Rate Limiting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3"/>
          <p:cNvSpPr/>
          <p:nvPr/>
        </p:nvSpPr>
        <p:spPr>
          <a:xfrm>
            <a:off x="4405320" y="4372560"/>
            <a:ext cx="345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Ограничаване на заявките за предотвратяване на brute force атаки и DDoS.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54"/>
          <p:cNvSpPr/>
          <p:nvPr/>
        </p:nvSpPr>
        <p:spPr>
          <a:xfrm>
            <a:off x="4405320" y="4936680"/>
            <a:ext cx="3383640" cy="597960"/>
          </a:xfrm>
          <a:custGeom>
            <a:avLst/>
            <a:gdLst>
              <a:gd name="textAreaLeft" fmla="*/ 0 w 3383640"/>
              <a:gd name="textAreaRight" fmla="*/ 3385080 w 3383640"/>
              <a:gd name="textAreaTop" fmla="*/ 0 h 597960"/>
              <a:gd name="textAreaBottom" fmla="*/ 599400 h 597960"/>
            </a:gdLst>
            <a:ahLst/>
            <a:rect l="textAreaLeft" t="textAreaTop" r="textAreaRight" b="textAreaBottom"/>
            <a:pathLst>
              <a:path w="3385197" h="599462">
                <a:moveTo>
                  <a:pt x="105787" y="0"/>
                </a:moveTo>
                <a:lnTo>
                  <a:pt x="3279410" y="0"/>
                </a:lnTo>
                <a:cubicBezTo>
                  <a:pt x="3337835" y="0"/>
                  <a:pt x="3385197" y="47362"/>
                  <a:pt x="3385197" y="105787"/>
                </a:cubicBezTo>
                <a:lnTo>
                  <a:pt x="3385197" y="493675"/>
                </a:lnTo>
                <a:cubicBezTo>
                  <a:pt x="3385197" y="552100"/>
                  <a:pt x="3337835" y="599462"/>
                  <a:pt x="3279410" y="599462"/>
                </a:cubicBezTo>
                <a:lnTo>
                  <a:pt x="105787" y="599462"/>
                </a:lnTo>
                <a:cubicBezTo>
                  <a:pt x="47362" y="599462"/>
                  <a:pt x="0" y="552100"/>
                  <a:pt x="0" y="493675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55"/>
          <p:cNvSpPr/>
          <p:nvPr/>
        </p:nvSpPr>
        <p:spPr>
          <a:xfrm>
            <a:off x="4528440" y="506916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56"/>
          <p:cNvSpPr/>
          <p:nvPr/>
        </p:nvSpPr>
        <p:spPr>
          <a:xfrm>
            <a:off x="4735800" y="5042520"/>
            <a:ext cx="120672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100 заявки/15 мин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57"/>
          <p:cNvSpPr/>
          <p:nvPr/>
        </p:nvSpPr>
        <p:spPr>
          <a:xfrm>
            <a:off x="4528440" y="528048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58"/>
          <p:cNvSpPr/>
          <p:nvPr/>
        </p:nvSpPr>
        <p:spPr>
          <a:xfrm>
            <a:off x="4735800" y="5254200"/>
            <a:ext cx="97812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Redis store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59"/>
          <p:cNvSpPr/>
          <p:nvPr/>
        </p:nvSpPr>
        <p:spPr>
          <a:xfrm>
            <a:off x="8105040" y="3579120"/>
            <a:ext cx="3736440" cy="213192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2131920"/>
              <a:gd name="textAreaBottom" fmla="*/ 2133360 h 2131920"/>
            </a:gdLst>
            <a:ahLst/>
            <a:rect l="textAreaLeft" t="textAreaTop" r="textAreaRight" b="textAreaBottom"/>
            <a:pathLst>
              <a:path w="3737822" h="2133380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1992321"/>
                </a:lnTo>
                <a:cubicBezTo>
                  <a:pt x="3737822" y="2070173"/>
                  <a:pt x="3674616" y="2133380"/>
                  <a:pt x="3596763" y="2133380"/>
                </a:cubicBezTo>
                <a:lnTo>
                  <a:pt x="141059" y="2133380"/>
                </a:lnTo>
                <a:cubicBezTo>
                  <a:pt x="63154" y="2133380"/>
                  <a:pt x="0" y="2070225"/>
                  <a:pt x="0" y="1992321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2120" dir="5400000" dist="88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60"/>
          <p:cNvSpPr/>
          <p:nvPr/>
        </p:nvSpPr>
        <p:spPr>
          <a:xfrm>
            <a:off x="8105040" y="3579120"/>
            <a:ext cx="3736440" cy="33840"/>
          </a:xfrm>
          <a:custGeom>
            <a:avLst/>
            <a:gdLst>
              <a:gd name="textAreaLeft" fmla="*/ 0 w 3736440"/>
              <a:gd name="textAreaRight" fmla="*/ 3737880 w 373644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37822" h="35262">
                <a:moveTo>
                  <a:pt x="35262" y="0"/>
                </a:moveTo>
                <a:lnTo>
                  <a:pt x="3702560" y="0"/>
                </a:lnTo>
                <a:cubicBezTo>
                  <a:pt x="3722035" y="0"/>
                  <a:pt x="3737822" y="15788"/>
                  <a:pt x="3737822" y="35262"/>
                </a:cubicBezTo>
                <a:lnTo>
                  <a:pt x="3737822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61"/>
          <p:cNvSpPr/>
          <p:nvPr/>
        </p:nvSpPr>
        <p:spPr>
          <a:xfrm>
            <a:off x="8281440" y="3773160"/>
            <a:ext cx="492120" cy="492120"/>
          </a:xfrm>
          <a:custGeom>
            <a:avLst/>
            <a:gdLst>
              <a:gd name="textAreaLeft" fmla="*/ 0 w 492120"/>
              <a:gd name="textAreaRight" fmla="*/ 493560 w 492120"/>
              <a:gd name="textAreaTop" fmla="*/ 0 h 492120"/>
              <a:gd name="textAreaBottom" fmla="*/ 493560 h 492120"/>
            </a:gdLst>
            <a:ahLst/>
            <a:rect l="textAreaLeft" t="textAreaTop" r="textAreaRight" b="textAreaBottom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gradFill rotWithShape="0">
            <a:gsLst>
              <a:gs pos="0">
                <a:srgbClr val="06b6d4"/>
              </a:gs>
              <a:gs pos="100000">
                <a:srgbClr val="06b6d4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2"/>
          <p:cNvSpPr/>
          <p:nvPr/>
        </p:nvSpPr>
        <p:spPr>
          <a:xfrm>
            <a:off x="8448840" y="3914280"/>
            <a:ext cx="157320" cy="210240"/>
          </a:xfrm>
          <a:custGeom>
            <a:avLst/>
            <a:gdLst>
              <a:gd name="textAreaLeft" fmla="*/ 0 w 157320"/>
              <a:gd name="textAreaRight" fmla="*/ 158760 w 157320"/>
              <a:gd name="textAreaTop" fmla="*/ 0 h 210240"/>
              <a:gd name="textAreaBottom" fmla="*/ 211680 h 210240"/>
            </a:gdLst>
            <a:ahLst/>
            <a:rect l="textAreaLeft" t="textAreaTop" r="textAreaRight" b="textAreaBottom"/>
            <a:pathLst>
              <a:path w="158681" h="211575">
                <a:moveTo>
                  <a:pt x="52894" y="39670"/>
                </a:moveTo>
                <a:lnTo>
                  <a:pt x="52894" y="66117"/>
                </a:lnTo>
                <a:lnTo>
                  <a:pt x="105787" y="66117"/>
                </a:lnTo>
                <a:lnTo>
                  <a:pt x="105787" y="39670"/>
                </a:lnTo>
                <a:cubicBezTo>
                  <a:pt x="105787" y="25083"/>
                  <a:pt x="93928" y="13223"/>
                  <a:pt x="79341" y="13223"/>
                </a:cubicBezTo>
                <a:cubicBezTo>
                  <a:pt x="64753" y="13223"/>
                  <a:pt x="52894" y="25083"/>
                  <a:pt x="52894" y="39670"/>
                </a:cubicBezTo>
                <a:close/>
                <a:moveTo>
                  <a:pt x="26447" y="66117"/>
                </a:moveTo>
                <a:lnTo>
                  <a:pt x="26447" y="39670"/>
                </a:lnTo>
                <a:cubicBezTo>
                  <a:pt x="26447" y="10455"/>
                  <a:pt x="50125" y="-13223"/>
                  <a:pt x="79341" y="-13223"/>
                </a:cubicBezTo>
                <a:cubicBezTo>
                  <a:pt x="108556" y="-13223"/>
                  <a:pt x="132234" y="10455"/>
                  <a:pt x="132234" y="39670"/>
                </a:cubicBezTo>
                <a:lnTo>
                  <a:pt x="132234" y="66117"/>
                </a:lnTo>
                <a:cubicBezTo>
                  <a:pt x="146821" y="66117"/>
                  <a:pt x="158681" y="77977"/>
                  <a:pt x="158681" y="92564"/>
                </a:cubicBezTo>
                <a:lnTo>
                  <a:pt x="158681" y="185128"/>
                </a:lnTo>
                <a:cubicBezTo>
                  <a:pt x="158681" y="199715"/>
                  <a:pt x="146821" y="211575"/>
                  <a:pt x="132234" y="211575"/>
                </a:cubicBezTo>
                <a:lnTo>
                  <a:pt x="26447" y="211575"/>
                </a:lnTo>
                <a:cubicBezTo>
                  <a:pt x="11860" y="211575"/>
                  <a:pt x="0" y="199715"/>
                  <a:pt x="0" y="185128"/>
                </a:cubicBezTo>
                <a:lnTo>
                  <a:pt x="0" y="92564"/>
                </a:lnTo>
                <a:cubicBezTo>
                  <a:pt x="0" y="77977"/>
                  <a:pt x="11860" y="66117"/>
                  <a:pt x="26447" y="661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63"/>
          <p:cNvSpPr/>
          <p:nvPr/>
        </p:nvSpPr>
        <p:spPr>
          <a:xfrm>
            <a:off x="8880840" y="3896640"/>
            <a:ext cx="14050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CSRF Защита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64"/>
          <p:cNvSpPr/>
          <p:nvPr/>
        </p:nvSpPr>
        <p:spPr>
          <a:xfrm>
            <a:off x="8281440" y="4372560"/>
            <a:ext cx="345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Cross-Site Request Forgery токени за защита на формулярите и API заявките.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65"/>
          <p:cNvSpPr/>
          <p:nvPr/>
        </p:nvSpPr>
        <p:spPr>
          <a:xfrm>
            <a:off x="8281440" y="4936680"/>
            <a:ext cx="3383640" cy="597960"/>
          </a:xfrm>
          <a:custGeom>
            <a:avLst/>
            <a:gdLst>
              <a:gd name="textAreaLeft" fmla="*/ 0 w 3383640"/>
              <a:gd name="textAreaRight" fmla="*/ 3385080 w 3383640"/>
              <a:gd name="textAreaTop" fmla="*/ 0 h 597960"/>
              <a:gd name="textAreaBottom" fmla="*/ 599400 h 597960"/>
            </a:gdLst>
            <a:ahLst/>
            <a:rect l="textAreaLeft" t="textAreaTop" r="textAreaRight" b="textAreaBottom"/>
            <a:pathLst>
              <a:path w="3385197" h="599462">
                <a:moveTo>
                  <a:pt x="105787" y="0"/>
                </a:moveTo>
                <a:lnTo>
                  <a:pt x="3279410" y="0"/>
                </a:lnTo>
                <a:cubicBezTo>
                  <a:pt x="3337835" y="0"/>
                  <a:pt x="3385197" y="47362"/>
                  <a:pt x="3385197" y="105787"/>
                </a:cubicBezTo>
                <a:lnTo>
                  <a:pt x="3385197" y="493675"/>
                </a:lnTo>
                <a:cubicBezTo>
                  <a:pt x="3385197" y="552100"/>
                  <a:pt x="3337835" y="599462"/>
                  <a:pt x="3279410" y="599462"/>
                </a:cubicBezTo>
                <a:lnTo>
                  <a:pt x="105787" y="599462"/>
                </a:lnTo>
                <a:cubicBezTo>
                  <a:pt x="47362" y="599462"/>
                  <a:pt x="0" y="552100"/>
                  <a:pt x="0" y="493675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6"/>
          <p:cNvSpPr/>
          <p:nvPr/>
        </p:nvSpPr>
        <p:spPr>
          <a:xfrm>
            <a:off x="8404920" y="506916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67"/>
          <p:cNvSpPr/>
          <p:nvPr/>
        </p:nvSpPr>
        <p:spPr>
          <a:xfrm>
            <a:off x="8611920" y="5042520"/>
            <a:ext cx="12168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csurf middleware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68"/>
          <p:cNvSpPr/>
          <p:nvPr/>
        </p:nvSpPr>
        <p:spPr>
          <a:xfrm>
            <a:off x="8404920" y="5280480"/>
            <a:ext cx="122040" cy="122040"/>
          </a:xfrm>
          <a:custGeom>
            <a:avLst/>
            <a:gdLst>
              <a:gd name="textAreaLeft" fmla="*/ 0 w 122040"/>
              <a:gd name="textAreaRight" fmla="*/ 123480 w 122040"/>
              <a:gd name="textAreaTop" fmla="*/ 0 h 122040"/>
              <a:gd name="textAreaBottom" fmla="*/ 123480 h 122040"/>
            </a:gdLst>
            <a:ahLst/>
            <a:rect l="textAreaLeft" t="textAreaTop" r="textAreaRight" b="textAreaBottom"/>
            <a:pathLst>
              <a:path w="123419" h="123419">
                <a:moveTo>
                  <a:pt x="61709" y="123419"/>
                </a:moveTo>
                <a:cubicBezTo>
                  <a:pt x="95768" y="123419"/>
                  <a:pt x="123419" y="95768"/>
                  <a:pt x="123419" y="61709"/>
                </a:cubicBezTo>
                <a:cubicBezTo>
                  <a:pt x="123419" y="27651"/>
                  <a:pt x="95768" y="0"/>
                  <a:pt x="61709" y="0"/>
                </a:cubicBezTo>
                <a:cubicBezTo>
                  <a:pt x="27651" y="0"/>
                  <a:pt x="0" y="27651"/>
                  <a:pt x="0" y="61709"/>
                </a:cubicBezTo>
                <a:cubicBezTo>
                  <a:pt x="0" y="95768"/>
                  <a:pt x="27651" y="123419"/>
                  <a:pt x="61709" y="123419"/>
                </a:cubicBezTo>
                <a:close/>
                <a:moveTo>
                  <a:pt x="82054" y="51272"/>
                </a:moveTo>
                <a:lnTo>
                  <a:pt x="62770" y="82126"/>
                </a:lnTo>
                <a:cubicBezTo>
                  <a:pt x="61758" y="83741"/>
                  <a:pt x="60022" y="84754"/>
                  <a:pt x="58118" y="84850"/>
                </a:cubicBezTo>
                <a:cubicBezTo>
                  <a:pt x="56213" y="84947"/>
                  <a:pt x="54381" y="84079"/>
                  <a:pt x="53248" y="82536"/>
                </a:cubicBezTo>
                <a:lnTo>
                  <a:pt x="41678" y="67109"/>
                </a:lnTo>
                <a:cubicBezTo>
                  <a:pt x="39749" y="64554"/>
                  <a:pt x="40280" y="60938"/>
                  <a:pt x="42835" y="59010"/>
                </a:cubicBezTo>
                <a:cubicBezTo>
                  <a:pt x="45390" y="57081"/>
                  <a:pt x="49006" y="57611"/>
                  <a:pt x="50934" y="60167"/>
                </a:cubicBezTo>
                <a:lnTo>
                  <a:pt x="57443" y="68844"/>
                </a:lnTo>
                <a:lnTo>
                  <a:pt x="72243" y="45149"/>
                </a:lnTo>
                <a:cubicBezTo>
                  <a:pt x="73931" y="42449"/>
                  <a:pt x="77498" y="41606"/>
                  <a:pt x="80222" y="43317"/>
                </a:cubicBezTo>
                <a:cubicBezTo>
                  <a:pt x="82946" y="45029"/>
                  <a:pt x="83766" y="48572"/>
                  <a:pt x="82054" y="5129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69"/>
          <p:cNvSpPr/>
          <p:nvPr/>
        </p:nvSpPr>
        <p:spPr>
          <a:xfrm>
            <a:off x="8611920" y="5254200"/>
            <a:ext cx="12168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97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SameSite cookies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70"/>
          <p:cNvSpPr/>
          <p:nvPr/>
        </p:nvSpPr>
        <p:spPr>
          <a:xfrm>
            <a:off x="352800" y="5853600"/>
            <a:ext cx="11485440" cy="774360"/>
          </a:xfrm>
          <a:custGeom>
            <a:avLst/>
            <a:gdLst>
              <a:gd name="textAreaLeft" fmla="*/ 0 w 11485440"/>
              <a:gd name="textAreaRight" fmla="*/ 11486880 w 11485440"/>
              <a:gd name="textAreaTop" fmla="*/ 0 h 774360"/>
              <a:gd name="textAreaBottom" fmla="*/ 775800 h 774360"/>
            </a:gdLst>
            <a:ahLst/>
            <a:rect l="textAreaLeft" t="textAreaTop" r="textAreaRight" b="textAreaBottom"/>
            <a:pathLst>
              <a:path w="11486751" h="775774">
                <a:moveTo>
                  <a:pt x="141051" y="0"/>
                </a:moveTo>
                <a:lnTo>
                  <a:pt x="11345699" y="0"/>
                </a:lnTo>
                <a:cubicBezTo>
                  <a:pt x="11423600" y="0"/>
                  <a:pt x="11486751" y="63151"/>
                  <a:pt x="11486751" y="141051"/>
                </a:cubicBezTo>
                <a:lnTo>
                  <a:pt x="11486751" y="634723"/>
                </a:lnTo>
                <a:cubicBezTo>
                  <a:pt x="11486751" y="712624"/>
                  <a:pt x="11423600" y="775774"/>
                  <a:pt x="11345699" y="775774"/>
                </a:cubicBezTo>
                <a:lnTo>
                  <a:pt x="141051" y="775774"/>
                </a:lnTo>
                <a:cubicBezTo>
                  <a:pt x="63203" y="775774"/>
                  <a:pt x="0" y="712571"/>
                  <a:pt x="0" y="634723"/>
                </a:cubicBezTo>
                <a:lnTo>
                  <a:pt x="0" y="141051"/>
                </a:lnTo>
                <a:cubicBezTo>
                  <a:pt x="0" y="63151"/>
                  <a:pt x="63151" y="0"/>
                  <a:pt x="141051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71"/>
          <p:cNvSpPr/>
          <p:nvPr/>
        </p:nvSpPr>
        <p:spPr>
          <a:xfrm>
            <a:off x="533520" y="6082920"/>
            <a:ext cx="316080" cy="316080"/>
          </a:xfrm>
          <a:custGeom>
            <a:avLst/>
            <a:gdLst>
              <a:gd name="textAreaLeft" fmla="*/ 0 w 316080"/>
              <a:gd name="textAreaRight" fmla="*/ 317520 w 316080"/>
              <a:gd name="textAreaTop" fmla="*/ 0 h 316080"/>
              <a:gd name="textAreaBottom" fmla="*/ 317520 h 316080"/>
            </a:gdLst>
            <a:ahLst/>
            <a:rect l="textAreaLeft" t="textAreaTop" r="textAreaRight" b="textAreaBottom"/>
            <a:pathLst>
              <a:path w="317362" h="317362">
                <a:moveTo>
                  <a:pt x="29753" y="158681"/>
                </a:moveTo>
                <a:cubicBezTo>
                  <a:pt x="29753" y="87461"/>
                  <a:pt x="87461" y="29753"/>
                  <a:pt x="158681" y="29753"/>
                </a:cubicBezTo>
                <a:cubicBezTo>
                  <a:pt x="197794" y="29753"/>
                  <a:pt x="232815" y="47170"/>
                  <a:pt x="256493" y="74692"/>
                </a:cubicBezTo>
                <a:cubicBezTo>
                  <a:pt x="261824" y="80952"/>
                  <a:pt x="271246" y="81634"/>
                  <a:pt x="277444" y="76303"/>
                </a:cubicBezTo>
                <a:cubicBezTo>
                  <a:pt x="283643" y="70973"/>
                  <a:pt x="284386" y="61551"/>
                  <a:pt x="279056" y="55352"/>
                </a:cubicBezTo>
                <a:cubicBezTo>
                  <a:pt x="249985" y="21447"/>
                  <a:pt x="206843" y="0"/>
                  <a:pt x="158681" y="0"/>
                </a:cubicBezTo>
                <a:cubicBezTo>
                  <a:pt x="71035" y="0"/>
                  <a:pt x="0" y="71035"/>
                  <a:pt x="0" y="158681"/>
                </a:cubicBezTo>
                <a:lnTo>
                  <a:pt x="0" y="183475"/>
                </a:lnTo>
                <a:cubicBezTo>
                  <a:pt x="0" y="191719"/>
                  <a:pt x="6632" y="198351"/>
                  <a:pt x="14876" y="198351"/>
                </a:cubicBezTo>
                <a:cubicBezTo>
                  <a:pt x="23120" y="198351"/>
                  <a:pt x="29753" y="191719"/>
                  <a:pt x="29753" y="183475"/>
                </a:cubicBezTo>
                <a:lnTo>
                  <a:pt x="29753" y="158681"/>
                </a:lnTo>
                <a:close/>
                <a:moveTo>
                  <a:pt x="313953" y="125891"/>
                </a:moveTo>
                <a:cubicBezTo>
                  <a:pt x="312280" y="117833"/>
                  <a:pt x="304345" y="112688"/>
                  <a:pt x="296349" y="114424"/>
                </a:cubicBezTo>
                <a:cubicBezTo>
                  <a:pt x="288353" y="116160"/>
                  <a:pt x="283147" y="124032"/>
                  <a:pt x="284882" y="132028"/>
                </a:cubicBezTo>
                <a:cubicBezTo>
                  <a:pt x="286680" y="140644"/>
                  <a:pt x="287672" y="149569"/>
                  <a:pt x="287672" y="158743"/>
                </a:cubicBezTo>
                <a:lnTo>
                  <a:pt x="287672" y="183537"/>
                </a:lnTo>
                <a:cubicBezTo>
                  <a:pt x="287672" y="191781"/>
                  <a:pt x="294304" y="198413"/>
                  <a:pt x="302548" y="198413"/>
                </a:cubicBezTo>
                <a:cubicBezTo>
                  <a:pt x="310792" y="198413"/>
                  <a:pt x="317424" y="191781"/>
                  <a:pt x="317424" y="183537"/>
                </a:cubicBezTo>
                <a:lnTo>
                  <a:pt x="317424" y="158743"/>
                </a:lnTo>
                <a:cubicBezTo>
                  <a:pt x="317424" y="147524"/>
                  <a:pt x="316247" y="136553"/>
                  <a:pt x="314015" y="125953"/>
                </a:cubicBezTo>
                <a:close/>
                <a:moveTo>
                  <a:pt x="158681" y="49588"/>
                </a:moveTo>
                <a:cubicBezTo>
                  <a:pt x="146904" y="49588"/>
                  <a:pt x="135499" y="51447"/>
                  <a:pt x="124899" y="54919"/>
                </a:cubicBezTo>
                <a:cubicBezTo>
                  <a:pt x="115478" y="58018"/>
                  <a:pt x="113308" y="69609"/>
                  <a:pt x="119755" y="77171"/>
                </a:cubicBezTo>
                <a:cubicBezTo>
                  <a:pt x="124156" y="82316"/>
                  <a:pt x="131408" y="83865"/>
                  <a:pt x="137978" y="82068"/>
                </a:cubicBezTo>
                <a:cubicBezTo>
                  <a:pt x="144549" y="80270"/>
                  <a:pt x="151491" y="79341"/>
                  <a:pt x="158681" y="79341"/>
                </a:cubicBezTo>
                <a:cubicBezTo>
                  <a:pt x="202504" y="79341"/>
                  <a:pt x="238022" y="114858"/>
                  <a:pt x="238022" y="158681"/>
                </a:cubicBezTo>
                <a:lnTo>
                  <a:pt x="238022" y="174115"/>
                </a:lnTo>
                <a:cubicBezTo>
                  <a:pt x="238022" y="189736"/>
                  <a:pt x="237092" y="205294"/>
                  <a:pt x="235294" y="220790"/>
                </a:cubicBezTo>
                <a:cubicBezTo>
                  <a:pt x="234241" y="229840"/>
                  <a:pt x="241121" y="238022"/>
                  <a:pt x="250295" y="238022"/>
                </a:cubicBezTo>
                <a:cubicBezTo>
                  <a:pt x="257609" y="238022"/>
                  <a:pt x="263869" y="232691"/>
                  <a:pt x="264737" y="225439"/>
                </a:cubicBezTo>
                <a:cubicBezTo>
                  <a:pt x="266783" y="208455"/>
                  <a:pt x="267836" y="191347"/>
                  <a:pt x="267836" y="174177"/>
                </a:cubicBezTo>
                <a:lnTo>
                  <a:pt x="267836" y="158743"/>
                </a:lnTo>
                <a:cubicBezTo>
                  <a:pt x="267836" y="98494"/>
                  <a:pt x="218992" y="49650"/>
                  <a:pt x="158743" y="49650"/>
                </a:cubicBezTo>
                <a:close/>
                <a:moveTo>
                  <a:pt x="93411" y="92171"/>
                </a:moveTo>
                <a:cubicBezTo>
                  <a:pt x="87770" y="85601"/>
                  <a:pt x="77729" y="85105"/>
                  <a:pt x="72398" y="91923"/>
                </a:cubicBezTo>
                <a:cubicBezTo>
                  <a:pt x="58080" y="110395"/>
                  <a:pt x="49588" y="133515"/>
                  <a:pt x="49588" y="158681"/>
                </a:cubicBezTo>
                <a:lnTo>
                  <a:pt x="49588" y="174115"/>
                </a:lnTo>
                <a:cubicBezTo>
                  <a:pt x="49588" y="189116"/>
                  <a:pt x="47976" y="204116"/>
                  <a:pt x="44753" y="218682"/>
                </a:cubicBezTo>
                <a:cubicBezTo>
                  <a:pt x="42646" y="228352"/>
                  <a:pt x="49650" y="237960"/>
                  <a:pt x="59567" y="237960"/>
                </a:cubicBezTo>
                <a:cubicBezTo>
                  <a:pt x="66076" y="237960"/>
                  <a:pt x="71902" y="233621"/>
                  <a:pt x="73328" y="227236"/>
                </a:cubicBezTo>
                <a:cubicBezTo>
                  <a:pt x="77295" y="209819"/>
                  <a:pt x="79341" y="192029"/>
                  <a:pt x="79341" y="174053"/>
                </a:cubicBezTo>
                <a:lnTo>
                  <a:pt x="79341" y="158619"/>
                </a:lnTo>
                <a:cubicBezTo>
                  <a:pt x="79341" y="141759"/>
                  <a:pt x="84609" y="126139"/>
                  <a:pt x="93535" y="113308"/>
                </a:cubicBezTo>
                <a:cubicBezTo>
                  <a:pt x="97998" y="106862"/>
                  <a:pt x="98494" y="98060"/>
                  <a:pt x="93411" y="92109"/>
                </a:cubicBezTo>
                <a:close/>
                <a:moveTo>
                  <a:pt x="158681" y="99176"/>
                </a:moveTo>
                <a:cubicBezTo>
                  <a:pt x="125829" y="99176"/>
                  <a:pt x="99176" y="125829"/>
                  <a:pt x="99176" y="158681"/>
                </a:cubicBezTo>
                <a:lnTo>
                  <a:pt x="99176" y="174115"/>
                </a:lnTo>
                <a:cubicBezTo>
                  <a:pt x="99176" y="196368"/>
                  <a:pt x="96324" y="218434"/>
                  <a:pt x="90622" y="239881"/>
                </a:cubicBezTo>
                <a:cubicBezTo>
                  <a:pt x="88266" y="248745"/>
                  <a:pt x="94775" y="257857"/>
                  <a:pt x="103949" y="257857"/>
                </a:cubicBezTo>
                <a:cubicBezTo>
                  <a:pt x="109837" y="257857"/>
                  <a:pt x="115044" y="254014"/>
                  <a:pt x="116593" y="248311"/>
                </a:cubicBezTo>
                <a:cubicBezTo>
                  <a:pt x="123102" y="224137"/>
                  <a:pt x="126449" y="199219"/>
                  <a:pt x="126449" y="174115"/>
                </a:cubicBezTo>
                <a:lnTo>
                  <a:pt x="126449" y="158681"/>
                </a:lnTo>
                <a:cubicBezTo>
                  <a:pt x="126449" y="140891"/>
                  <a:pt x="140891" y="126449"/>
                  <a:pt x="158681" y="126449"/>
                </a:cubicBezTo>
                <a:cubicBezTo>
                  <a:pt x="176471" y="126449"/>
                  <a:pt x="190913" y="140891"/>
                  <a:pt x="190913" y="158681"/>
                </a:cubicBezTo>
                <a:lnTo>
                  <a:pt x="190913" y="174115"/>
                </a:lnTo>
                <a:cubicBezTo>
                  <a:pt x="190913" y="196616"/>
                  <a:pt x="188744" y="218992"/>
                  <a:pt x="184467" y="240997"/>
                </a:cubicBezTo>
                <a:cubicBezTo>
                  <a:pt x="182793" y="249613"/>
                  <a:pt x="189240" y="257857"/>
                  <a:pt x="197980" y="257857"/>
                </a:cubicBezTo>
                <a:cubicBezTo>
                  <a:pt x="204302" y="257857"/>
                  <a:pt x="209757" y="253518"/>
                  <a:pt x="210996" y="247319"/>
                </a:cubicBezTo>
                <a:cubicBezTo>
                  <a:pt x="215769" y="223269"/>
                  <a:pt x="218187" y="198785"/>
                  <a:pt x="218187" y="174115"/>
                </a:cubicBezTo>
                <a:lnTo>
                  <a:pt x="218187" y="158681"/>
                </a:lnTo>
                <a:cubicBezTo>
                  <a:pt x="218187" y="125829"/>
                  <a:pt x="191533" y="99176"/>
                  <a:pt x="158681" y="99176"/>
                </a:cubicBezTo>
                <a:close/>
                <a:moveTo>
                  <a:pt x="173557" y="158681"/>
                </a:moveTo>
                <a:cubicBezTo>
                  <a:pt x="173557" y="150437"/>
                  <a:pt x="166925" y="143805"/>
                  <a:pt x="158681" y="143805"/>
                </a:cubicBezTo>
                <a:cubicBezTo>
                  <a:pt x="150437" y="143805"/>
                  <a:pt x="143805" y="150437"/>
                  <a:pt x="143805" y="158681"/>
                </a:cubicBezTo>
                <a:lnTo>
                  <a:pt x="143805" y="174115"/>
                </a:lnTo>
                <a:cubicBezTo>
                  <a:pt x="143805" y="211244"/>
                  <a:pt x="136986" y="248063"/>
                  <a:pt x="123660" y="282713"/>
                </a:cubicBezTo>
                <a:lnTo>
                  <a:pt x="120003" y="292196"/>
                </a:lnTo>
                <a:cubicBezTo>
                  <a:pt x="117027" y="299883"/>
                  <a:pt x="120870" y="308498"/>
                  <a:pt x="128557" y="311412"/>
                </a:cubicBezTo>
                <a:cubicBezTo>
                  <a:pt x="136243" y="314325"/>
                  <a:pt x="144859" y="310544"/>
                  <a:pt x="147772" y="302858"/>
                </a:cubicBezTo>
                <a:lnTo>
                  <a:pt x="151429" y="293374"/>
                </a:lnTo>
                <a:cubicBezTo>
                  <a:pt x="166057" y="255315"/>
                  <a:pt x="173557" y="214901"/>
                  <a:pt x="173557" y="174115"/>
                </a:cubicBezTo>
                <a:lnTo>
                  <a:pt x="173557" y="158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72"/>
          <p:cNvSpPr/>
          <p:nvPr/>
        </p:nvSpPr>
        <p:spPr>
          <a:xfrm>
            <a:off x="1031400" y="6012360"/>
            <a:ext cx="41684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ffffff"/>
                </a:solidFill>
                <a:latin typeface="Liter"/>
                <a:ea typeface="Liter"/>
              </a:rPr>
              <a:t>bcrypt Хеширане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73"/>
          <p:cNvSpPr/>
          <p:nvPr/>
        </p:nvSpPr>
        <p:spPr>
          <a:xfrm>
            <a:off x="1031400" y="6258960"/>
            <a:ext cx="44539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Паролите са хеширани с 12 rounds - невъзможни за разбиване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74"/>
          <p:cNvSpPr/>
          <p:nvPr/>
        </p:nvSpPr>
        <p:spPr>
          <a:xfrm>
            <a:off x="10979640" y="5994720"/>
            <a:ext cx="72144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208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12</a:t>
            </a:r>
            <a:endParaRPr b="0" lang="en-US" sz="2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75"/>
          <p:cNvSpPr/>
          <p:nvPr/>
        </p:nvSpPr>
        <p:spPr>
          <a:xfrm>
            <a:off x="11050200" y="6311880"/>
            <a:ext cx="65088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</a:pPr>
            <a:r>
              <a:rPr b="0" lang="en-US" sz="97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salt rounds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0"/>
          <p:cNvSpPr/>
          <p:nvPr/>
        </p:nvSpPr>
        <p:spPr>
          <a:xfrm>
            <a:off x="317520" y="31752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"/>
          <p:cNvSpPr/>
          <p:nvPr/>
        </p:nvSpPr>
        <p:spPr>
          <a:xfrm>
            <a:off x="428760" y="42876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"/>
          <p:cNvSpPr/>
          <p:nvPr/>
        </p:nvSpPr>
        <p:spPr>
          <a:xfrm>
            <a:off x="793800" y="317520"/>
            <a:ext cx="42343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0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Технологичен Стек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3"/>
          <p:cNvSpPr/>
          <p:nvPr/>
        </p:nvSpPr>
        <p:spPr>
          <a:xfrm>
            <a:off x="793800" y="762120"/>
            <a:ext cx="111585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Модерни технологии за мащабируемо решение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4"/>
          <p:cNvSpPr/>
          <p:nvPr/>
        </p:nvSpPr>
        <p:spPr>
          <a:xfrm>
            <a:off x="317520" y="1498680"/>
            <a:ext cx="5681880" cy="2776680"/>
          </a:xfrm>
          <a:custGeom>
            <a:avLst/>
            <a:gdLst>
              <a:gd name="textAreaLeft" fmla="*/ 0 w 5681880"/>
              <a:gd name="textAreaRight" fmla="*/ 5683320 w 5681880"/>
              <a:gd name="textAreaTop" fmla="*/ 0 h 2776680"/>
              <a:gd name="textAreaBottom" fmla="*/ 2778120 h 2776680"/>
            </a:gdLst>
            <a:ahLst/>
            <a:rect l="textAreaLeft" t="textAreaTop" r="textAreaRight" b="textAreaBottom"/>
            <a:pathLst>
              <a:path w="5683250" h="2778125">
                <a:moveTo>
                  <a:pt x="31750" y="0"/>
                </a:moveTo>
                <a:lnTo>
                  <a:pt x="5556247" y="0"/>
                </a:lnTo>
                <a:cubicBezTo>
                  <a:pt x="5626389" y="0"/>
                  <a:pt x="5683250" y="38272"/>
                  <a:pt x="5683250" y="85483"/>
                </a:cubicBezTo>
                <a:lnTo>
                  <a:pt x="5683250" y="2692642"/>
                </a:lnTo>
                <a:cubicBezTo>
                  <a:pt x="5683250" y="2739853"/>
                  <a:pt x="5626389" y="2778125"/>
                  <a:pt x="5556247" y="2778125"/>
                </a:cubicBezTo>
                <a:lnTo>
                  <a:pt x="31750" y="2778125"/>
                </a:lnTo>
                <a:cubicBezTo>
                  <a:pt x="14215" y="2778125"/>
                  <a:pt x="0" y="2768557"/>
                  <a:pt x="0" y="2756755"/>
                </a:cubicBezTo>
                <a:lnTo>
                  <a:pt x="0" y="21370"/>
                </a:lnTo>
                <a:cubicBezTo>
                  <a:pt x="0" y="9576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98360" dir="5400000" dist="1587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5"/>
          <p:cNvSpPr/>
          <p:nvPr/>
        </p:nvSpPr>
        <p:spPr>
          <a:xfrm>
            <a:off x="333360" y="1498680"/>
            <a:ext cx="30240" cy="2776680"/>
          </a:xfrm>
          <a:custGeom>
            <a:avLst/>
            <a:gdLst>
              <a:gd name="textAreaLeft" fmla="*/ 0 w 30240"/>
              <a:gd name="textAreaRight" fmla="*/ 31680 w 30240"/>
              <a:gd name="textAreaTop" fmla="*/ 0 h 2776680"/>
              <a:gd name="textAreaBottom" fmla="*/ 2778120 h 2776680"/>
            </a:gdLst>
            <a:ahLst/>
            <a:rect l="textAreaLeft" t="textAreaTop" r="textAreaRight" b="textAreaBottom"/>
            <a:pathLst>
              <a:path w="31750" h="2778125">
                <a:moveTo>
                  <a:pt x="31750" y="0"/>
                </a:moveTo>
                <a:lnTo>
                  <a:pt x="31750" y="0"/>
                </a:lnTo>
                <a:lnTo>
                  <a:pt x="31750" y="2778125"/>
                </a:lnTo>
                <a:lnTo>
                  <a:pt x="31750" y="2778125"/>
                </a:lnTo>
                <a:cubicBezTo>
                  <a:pt x="14227" y="2778125"/>
                  <a:pt x="0" y="2768549"/>
                  <a:pt x="0" y="2756755"/>
                </a:cubicBezTo>
                <a:lnTo>
                  <a:pt x="0" y="21370"/>
                </a:lnTo>
                <a:cubicBezTo>
                  <a:pt x="0" y="9576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6"/>
          <p:cNvSpPr/>
          <p:nvPr/>
        </p:nvSpPr>
        <p:spPr>
          <a:xfrm>
            <a:off x="539640" y="1689120"/>
            <a:ext cx="506520" cy="506520"/>
          </a:xfrm>
          <a:custGeom>
            <a:avLst/>
            <a:gdLst>
              <a:gd name="textAreaLeft" fmla="*/ 0 w 506520"/>
              <a:gd name="textAreaRight" fmla="*/ 507960 w 506520"/>
              <a:gd name="textAreaTop" fmla="*/ 0 h 506520"/>
              <a:gd name="textAreaBottom" fmla="*/ 507960 h 506520"/>
            </a:gdLst>
            <a:ahLst/>
            <a:rect l="textAreaLeft" t="textAreaTop" r="textAreaRight" b="textAreaBottom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19160" dir="5400000" dist="79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7"/>
          <p:cNvSpPr/>
          <p:nvPr/>
        </p:nvSpPr>
        <p:spPr>
          <a:xfrm>
            <a:off x="676800" y="1824120"/>
            <a:ext cx="236520" cy="236520"/>
          </a:xfrm>
          <a:custGeom>
            <a:avLst/>
            <a:gdLst>
              <a:gd name="textAreaLeft" fmla="*/ 0 w 236520"/>
              <a:gd name="textAreaRight" fmla="*/ 237960 w 236520"/>
              <a:gd name="textAreaTop" fmla="*/ 0 h 236520"/>
              <a:gd name="textAreaBottom" fmla="*/ 237960 h 236520"/>
            </a:gdLst>
            <a:ahLst/>
            <a:rect l="textAreaLeft" t="textAreaTop" r="textAreaRight" b="textAreaBottom"/>
            <a:pathLst>
              <a:path w="238125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163711"/>
                </a:lnTo>
                <a:cubicBezTo>
                  <a:pt x="0" y="180129"/>
                  <a:pt x="13348" y="193477"/>
                  <a:pt x="29766" y="193477"/>
                </a:cubicBezTo>
                <a:lnTo>
                  <a:pt x="96738" y="193477"/>
                </a:lnTo>
                <a:lnTo>
                  <a:pt x="89297" y="215801"/>
                </a:lnTo>
                <a:lnTo>
                  <a:pt x="55811" y="215801"/>
                </a:lnTo>
                <a:cubicBezTo>
                  <a:pt x="49625" y="215801"/>
                  <a:pt x="44648" y="220777"/>
                  <a:pt x="44648" y="226963"/>
                </a:cubicBezTo>
                <a:cubicBezTo>
                  <a:pt x="44648" y="233149"/>
                  <a:pt x="49625" y="238125"/>
                  <a:pt x="55811" y="238125"/>
                </a:cubicBezTo>
                <a:lnTo>
                  <a:pt x="182314" y="238125"/>
                </a:lnTo>
                <a:cubicBezTo>
                  <a:pt x="188500" y="238125"/>
                  <a:pt x="193477" y="233149"/>
                  <a:pt x="193477" y="226963"/>
                </a:cubicBezTo>
                <a:cubicBezTo>
                  <a:pt x="193477" y="220777"/>
                  <a:pt x="188500" y="215801"/>
                  <a:pt x="182314" y="215801"/>
                </a:cubicBezTo>
                <a:lnTo>
                  <a:pt x="148828" y="215801"/>
                </a:lnTo>
                <a:lnTo>
                  <a:pt x="141387" y="193477"/>
                </a:lnTo>
                <a:lnTo>
                  <a:pt x="208359" y="193477"/>
                </a:lnTo>
                <a:cubicBezTo>
                  <a:pt x="224777" y="193477"/>
                  <a:pt x="238125" y="180129"/>
                  <a:pt x="238125" y="163711"/>
                </a:cubicBezTo>
                <a:lnTo>
                  <a:pt x="238125" y="44648"/>
                </a:lnTo>
                <a:cubicBezTo>
                  <a:pt x="238125" y="28231"/>
                  <a:pt x="224777" y="14883"/>
                  <a:pt x="208359" y="14883"/>
                </a:cubicBezTo>
                <a:lnTo>
                  <a:pt x="29766" y="14883"/>
                </a:lnTo>
                <a:close/>
                <a:moveTo>
                  <a:pt x="44648" y="44648"/>
                </a:moveTo>
                <a:lnTo>
                  <a:pt x="193477" y="44648"/>
                </a:lnTo>
                <a:cubicBezTo>
                  <a:pt x="201709" y="44648"/>
                  <a:pt x="208359" y="51299"/>
                  <a:pt x="208359" y="59531"/>
                </a:cubicBezTo>
                <a:lnTo>
                  <a:pt x="208359" y="133945"/>
                </a:lnTo>
                <a:cubicBezTo>
                  <a:pt x="208359" y="142177"/>
                  <a:pt x="201709" y="148828"/>
                  <a:pt x="193477" y="148828"/>
                </a:cubicBezTo>
                <a:lnTo>
                  <a:pt x="44648" y="148828"/>
                </a:lnTo>
                <a:cubicBezTo>
                  <a:pt x="36416" y="148828"/>
                  <a:pt x="29766" y="142177"/>
                  <a:pt x="29766" y="133945"/>
                </a:cubicBezTo>
                <a:lnTo>
                  <a:pt x="29766" y="59531"/>
                </a:lnTo>
                <a:cubicBezTo>
                  <a:pt x="29766" y="51299"/>
                  <a:pt x="36416" y="44648"/>
                  <a:pt x="44648" y="446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8"/>
          <p:cNvSpPr/>
          <p:nvPr/>
        </p:nvSpPr>
        <p:spPr>
          <a:xfrm>
            <a:off x="1174680" y="1704960"/>
            <a:ext cx="133884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870" spc="-1" strike="noStrike">
                <a:solidFill>
                  <a:srgbClr val="1e293b"/>
                </a:solidFill>
                <a:latin typeface="Liter"/>
                <a:ea typeface="Liter"/>
              </a:rPr>
              <a:t>Frontend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9"/>
          <p:cNvSpPr/>
          <p:nvPr/>
        </p:nvSpPr>
        <p:spPr>
          <a:xfrm>
            <a:off x="1174680" y="1990800"/>
            <a:ext cx="1014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React 18 + Vite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0"/>
          <p:cNvSpPr/>
          <p:nvPr/>
        </p:nvSpPr>
        <p:spPr>
          <a:xfrm>
            <a:off x="539640" y="2355840"/>
            <a:ext cx="2271960" cy="538200"/>
          </a:xfrm>
          <a:custGeom>
            <a:avLst/>
            <a:gdLst>
              <a:gd name="textAreaLeft" fmla="*/ 0 w 2271960"/>
              <a:gd name="textAreaRight" fmla="*/ 2273400 w 2271960"/>
              <a:gd name="textAreaTop" fmla="*/ 0 h 538200"/>
              <a:gd name="textAreaBottom" fmla="*/ 539640 h 538200"/>
            </a:gdLst>
            <a:ahLst/>
            <a:rect l="textAreaLeft" t="textAreaTop" r="textAreaRight" b="textAreaBottom"/>
            <a:pathLst>
              <a:path w="2273238" h="539750">
                <a:moveTo>
                  <a:pt x="40959" y="0"/>
                </a:moveTo>
                <a:lnTo>
                  <a:pt x="2232279" y="0"/>
                </a:lnTo>
                <a:cubicBezTo>
                  <a:pt x="2254900" y="0"/>
                  <a:pt x="2273238" y="42645"/>
                  <a:pt x="2273238" y="95250"/>
                </a:cubicBezTo>
                <a:lnTo>
                  <a:pt x="2273238" y="444500"/>
                </a:lnTo>
                <a:cubicBezTo>
                  <a:pt x="2273238" y="497105"/>
                  <a:pt x="2254900" y="539750"/>
                  <a:pt x="2232279" y="539750"/>
                </a:cubicBezTo>
                <a:lnTo>
                  <a:pt x="40959" y="539750"/>
                </a:lnTo>
                <a:cubicBezTo>
                  <a:pt x="18353" y="539750"/>
                  <a:pt x="0" y="497070"/>
                  <a:pt x="0" y="444500"/>
                </a:cubicBezTo>
                <a:lnTo>
                  <a:pt x="0" y="95250"/>
                </a:lnTo>
                <a:cubicBezTo>
                  <a:pt x="0" y="42645"/>
                  <a:pt x="18338" y="0"/>
                  <a:pt x="4095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1"/>
          <p:cNvSpPr/>
          <p:nvPr/>
        </p:nvSpPr>
        <p:spPr>
          <a:xfrm>
            <a:off x="636120" y="2467080"/>
            <a:ext cx="319680" cy="316080"/>
          </a:xfrm>
          <a:custGeom>
            <a:avLst/>
            <a:gdLst>
              <a:gd name="textAreaLeft" fmla="*/ 0 w 319680"/>
              <a:gd name="textAreaRight" fmla="*/ 321120 w 319680"/>
              <a:gd name="textAreaTop" fmla="*/ 0 h 316080"/>
              <a:gd name="textAreaBottom" fmla="*/ 317520 h 316080"/>
            </a:gdLst>
            <a:ahLst/>
            <a:rect l="textAreaLeft" t="textAreaTop" r="textAreaRight" b="textAreaBottom"/>
            <a:pathLst>
              <a:path w="320978" h="317500">
                <a:moveTo>
                  <a:pt x="64196" y="0"/>
                </a:moveTo>
                <a:lnTo>
                  <a:pt x="256782" y="0"/>
                </a:lnTo>
                <a:cubicBezTo>
                  <a:pt x="292213" y="0"/>
                  <a:pt x="320978" y="28453"/>
                  <a:pt x="320978" y="63500"/>
                </a:cubicBezTo>
                <a:lnTo>
                  <a:pt x="320978" y="254000"/>
                </a:lnTo>
                <a:cubicBezTo>
                  <a:pt x="320978" y="289047"/>
                  <a:pt x="292213" y="317500"/>
                  <a:pt x="256782" y="317500"/>
                </a:cubicBezTo>
                <a:lnTo>
                  <a:pt x="64196" y="317500"/>
                </a:lnTo>
                <a:cubicBezTo>
                  <a:pt x="28765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765" y="0"/>
                  <a:pt x="64196" y="0"/>
                </a:cubicBezTo>
                <a:close/>
              </a:path>
            </a:pathLst>
          </a:custGeom>
          <a:solidFill>
            <a:srgbClr val="61d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2"/>
          <p:cNvSpPr/>
          <p:nvPr/>
        </p:nvSpPr>
        <p:spPr>
          <a:xfrm>
            <a:off x="716400" y="2546280"/>
            <a:ext cx="159120" cy="157320"/>
          </a:xfrm>
          <a:custGeom>
            <a:avLst/>
            <a:gdLst>
              <a:gd name="textAreaLeft" fmla="*/ 0 w 159120"/>
              <a:gd name="textAreaRight" fmla="*/ 160560 w 1591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60489" h="158750">
                <a:moveTo>
                  <a:pt x="131087" y="54942"/>
                </a:moveTo>
                <a:cubicBezTo>
                  <a:pt x="129394" y="54384"/>
                  <a:pt x="127702" y="53857"/>
                  <a:pt x="126009" y="53361"/>
                </a:cubicBezTo>
                <a:cubicBezTo>
                  <a:pt x="126291" y="52214"/>
                  <a:pt x="126542" y="51067"/>
                  <a:pt x="126793" y="49919"/>
                </a:cubicBezTo>
                <a:cubicBezTo>
                  <a:pt x="130648" y="31440"/>
                  <a:pt x="128109" y="16588"/>
                  <a:pt x="119552" y="11689"/>
                </a:cubicBezTo>
                <a:cubicBezTo>
                  <a:pt x="111308" y="7007"/>
                  <a:pt x="97861" y="11875"/>
                  <a:pt x="84257" y="23595"/>
                </a:cubicBezTo>
                <a:cubicBezTo>
                  <a:pt x="82909" y="24743"/>
                  <a:pt x="81592" y="25952"/>
                  <a:pt x="80339" y="27161"/>
                </a:cubicBezTo>
                <a:cubicBezTo>
                  <a:pt x="79492" y="26355"/>
                  <a:pt x="78615" y="25549"/>
                  <a:pt x="77737" y="24774"/>
                </a:cubicBezTo>
                <a:cubicBezTo>
                  <a:pt x="63475" y="12247"/>
                  <a:pt x="49181" y="6976"/>
                  <a:pt x="40624" y="11906"/>
                </a:cubicBezTo>
                <a:cubicBezTo>
                  <a:pt x="32411" y="16619"/>
                  <a:pt x="29966" y="30603"/>
                  <a:pt x="33414" y="48090"/>
                </a:cubicBezTo>
                <a:cubicBezTo>
                  <a:pt x="33759" y="49826"/>
                  <a:pt x="34135" y="51532"/>
                  <a:pt x="34574" y="53268"/>
                </a:cubicBezTo>
                <a:cubicBezTo>
                  <a:pt x="32568" y="53826"/>
                  <a:pt x="30593" y="54446"/>
                  <a:pt x="28744" y="55097"/>
                </a:cubicBezTo>
                <a:cubicBezTo>
                  <a:pt x="12005" y="60833"/>
                  <a:pt x="0" y="69887"/>
                  <a:pt x="0" y="79251"/>
                </a:cubicBezTo>
                <a:cubicBezTo>
                  <a:pt x="0" y="88925"/>
                  <a:pt x="12789" y="98630"/>
                  <a:pt x="30186" y="104521"/>
                </a:cubicBezTo>
                <a:cubicBezTo>
                  <a:pt x="31596" y="104986"/>
                  <a:pt x="33007" y="105451"/>
                  <a:pt x="34449" y="105854"/>
                </a:cubicBezTo>
                <a:cubicBezTo>
                  <a:pt x="33979" y="107714"/>
                  <a:pt x="33571" y="109544"/>
                  <a:pt x="33195" y="111435"/>
                </a:cubicBezTo>
                <a:cubicBezTo>
                  <a:pt x="29904" y="128643"/>
                  <a:pt x="32474" y="142286"/>
                  <a:pt x="40686" y="146968"/>
                </a:cubicBezTo>
                <a:cubicBezTo>
                  <a:pt x="49150" y="151805"/>
                  <a:pt x="63381" y="146844"/>
                  <a:pt x="77235" y="134844"/>
                </a:cubicBezTo>
                <a:cubicBezTo>
                  <a:pt x="78332" y="133883"/>
                  <a:pt x="79430" y="132891"/>
                  <a:pt x="80527" y="131837"/>
                </a:cubicBezTo>
                <a:cubicBezTo>
                  <a:pt x="81906" y="133170"/>
                  <a:pt x="83348" y="134441"/>
                  <a:pt x="84790" y="135682"/>
                </a:cubicBezTo>
                <a:cubicBezTo>
                  <a:pt x="98205" y="147092"/>
                  <a:pt x="111465" y="151712"/>
                  <a:pt x="119646" y="147030"/>
                </a:cubicBezTo>
                <a:cubicBezTo>
                  <a:pt x="128109" y="142193"/>
                  <a:pt x="130868" y="127527"/>
                  <a:pt x="127294" y="109668"/>
                </a:cubicBezTo>
                <a:cubicBezTo>
                  <a:pt x="127012" y="108303"/>
                  <a:pt x="126699" y="106908"/>
                  <a:pt x="126354" y="105482"/>
                </a:cubicBezTo>
                <a:cubicBezTo>
                  <a:pt x="127357" y="105203"/>
                  <a:pt x="128329" y="104893"/>
                  <a:pt x="129300" y="104583"/>
                </a:cubicBezTo>
                <a:cubicBezTo>
                  <a:pt x="147387" y="98661"/>
                  <a:pt x="160489" y="89080"/>
                  <a:pt x="160489" y="79251"/>
                </a:cubicBezTo>
                <a:cubicBezTo>
                  <a:pt x="160489" y="69856"/>
                  <a:pt x="148139" y="60740"/>
                  <a:pt x="131087" y="54942"/>
                </a:cubicBezTo>
                <a:close/>
                <a:moveTo>
                  <a:pt x="88676" y="28618"/>
                </a:moveTo>
                <a:cubicBezTo>
                  <a:pt x="100337" y="18573"/>
                  <a:pt x="111214" y="14635"/>
                  <a:pt x="116166" y="17456"/>
                </a:cubicBezTo>
                <a:cubicBezTo>
                  <a:pt x="121464" y="20464"/>
                  <a:pt x="123501" y="32618"/>
                  <a:pt x="120179" y="48586"/>
                </a:cubicBezTo>
                <a:cubicBezTo>
                  <a:pt x="119959" y="49640"/>
                  <a:pt x="119740" y="50664"/>
                  <a:pt x="119458" y="51687"/>
                </a:cubicBezTo>
                <a:cubicBezTo>
                  <a:pt x="112499" y="50136"/>
                  <a:pt x="105446" y="49020"/>
                  <a:pt x="98362" y="48400"/>
                </a:cubicBezTo>
                <a:cubicBezTo>
                  <a:pt x="94287" y="42633"/>
                  <a:pt x="89836" y="37114"/>
                  <a:pt x="85009" y="31936"/>
                </a:cubicBezTo>
                <a:cubicBezTo>
                  <a:pt x="86231" y="30789"/>
                  <a:pt x="87423" y="29704"/>
                  <a:pt x="88676" y="28618"/>
                </a:cubicBezTo>
                <a:close/>
                <a:moveTo>
                  <a:pt x="52410" y="95343"/>
                </a:moveTo>
                <a:cubicBezTo>
                  <a:pt x="54008" y="98041"/>
                  <a:pt x="55638" y="100738"/>
                  <a:pt x="57362" y="103374"/>
                </a:cubicBezTo>
                <a:cubicBezTo>
                  <a:pt x="52472" y="102846"/>
                  <a:pt x="47614" y="102071"/>
                  <a:pt x="42818" y="101048"/>
                </a:cubicBezTo>
                <a:cubicBezTo>
                  <a:pt x="44197" y="96583"/>
                  <a:pt x="45921" y="91963"/>
                  <a:pt x="47927" y="87250"/>
                </a:cubicBezTo>
                <a:cubicBezTo>
                  <a:pt x="49369" y="89979"/>
                  <a:pt x="50842" y="92677"/>
                  <a:pt x="52410" y="95343"/>
                </a:cubicBezTo>
                <a:close/>
                <a:moveTo>
                  <a:pt x="42912" y="58043"/>
                </a:moveTo>
                <a:cubicBezTo>
                  <a:pt x="47426" y="57051"/>
                  <a:pt x="52222" y="56245"/>
                  <a:pt x="57206" y="55625"/>
                </a:cubicBezTo>
                <a:cubicBezTo>
                  <a:pt x="55544" y="58198"/>
                  <a:pt x="53914" y="60833"/>
                  <a:pt x="52378" y="63500"/>
                </a:cubicBezTo>
                <a:cubicBezTo>
                  <a:pt x="50842" y="66135"/>
                  <a:pt x="49338" y="68833"/>
                  <a:pt x="47927" y="71562"/>
                </a:cubicBezTo>
                <a:cubicBezTo>
                  <a:pt x="45953" y="66942"/>
                  <a:pt x="44291" y="62415"/>
                  <a:pt x="42912" y="58043"/>
                </a:cubicBezTo>
                <a:close/>
                <a:moveTo>
                  <a:pt x="51501" y="79406"/>
                </a:moveTo>
                <a:cubicBezTo>
                  <a:pt x="53569" y="75127"/>
                  <a:pt x="55826" y="70941"/>
                  <a:pt x="58209" y="66818"/>
                </a:cubicBezTo>
                <a:cubicBezTo>
                  <a:pt x="60591" y="62694"/>
                  <a:pt x="63161" y="58694"/>
                  <a:pt x="65857" y="54756"/>
                </a:cubicBezTo>
                <a:cubicBezTo>
                  <a:pt x="70559" y="54415"/>
                  <a:pt x="75355" y="54229"/>
                  <a:pt x="80245" y="54229"/>
                </a:cubicBezTo>
                <a:cubicBezTo>
                  <a:pt x="85134" y="54229"/>
                  <a:pt x="89962" y="54415"/>
                  <a:pt x="94632" y="54756"/>
                </a:cubicBezTo>
                <a:cubicBezTo>
                  <a:pt x="97296" y="58663"/>
                  <a:pt x="99835" y="62663"/>
                  <a:pt x="102249" y="66756"/>
                </a:cubicBezTo>
                <a:cubicBezTo>
                  <a:pt x="104663" y="70848"/>
                  <a:pt x="106920" y="75034"/>
                  <a:pt x="109051" y="79282"/>
                </a:cubicBezTo>
                <a:cubicBezTo>
                  <a:pt x="106951" y="83561"/>
                  <a:pt x="104694" y="87778"/>
                  <a:pt x="102280" y="91932"/>
                </a:cubicBezTo>
                <a:cubicBezTo>
                  <a:pt x="99898" y="96056"/>
                  <a:pt x="97359" y="100056"/>
                  <a:pt x="94695" y="104025"/>
                </a:cubicBezTo>
                <a:cubicBezTo>
                  <a:pt x="90024" y="104366"/>
                  <a:pt x="85166" y="104521"/>
                  <a:pt x="80245" y="104521"/>
                </a:cubicBezTo>
                <a:cubicBezTo>
                  <a:pt x="75323" y="104521"/>
                  <a:pt x="70559" y="104366"/>
                  <a:pt x="65951" y="104087"/>
                </a:cubicBezTo>
                <a:cubicBezTo>
                  <a:pt x="63224" y="100149"/>
                  <a:pt x="60654" y="96118"/>
                  <a:pt x="58240" y="91994"/>
                </a:cubicBezTo>
                <a:cubicBezTo>
                  <a:pt x="55826" y="87871"/>
                  <a:pt x="53601" y="83685"/>
                  <a:pt x="51501" y="79406"/>
                </a:cubicBezTo>
                <a:close/>
                <a:moveTo>
                  <a:pt x="108111" y="95281"/>
                </a:moveTo>
                <a:cubicBezTo>
                  <a:pt x="109709" y="92552"/>
                  <a:pt x="111214" y="89793"/>
                  <a:pt x="112687" y="87002"/>
                </a:cubicBezTo>
                <a:cubicBezTo>
                  <a:pt x="114693" y="91498"/>
                  <a:pt x="116449" y="96056"/>
                  <a:pt x="117984" y="100738"/>
                </a:cubicBezTo>
                <a:cubicBezTo>
                  <a:pt x="113126" y="101823"/>
                  <a:pt x="108205" y="102660"/>
                  <a:pt x="103252" y="103219"/>
                </a:cubicBezTo>
                <a:cubicBezTo>
                  <a:pt x="104945" y="100614"/>
                  <a:pt x="106543" y="97948"/>
                  <a:pt x="108111" y="95281"/>
                </a:cubicBezTo>
                <a:close/>
                <a:moveTo>
                  <a:pt x="112624" y="71562"/>
                </a:moveTo>
                <a:cubicBezTo>
                  <a:pt x="111151" y="68833"/>
                  <a:pt x="109647" y="66104"/>
                  <a:pt x="108079" y="63438"/>
                </a:cubicBezTo>
                <a:cubicBezTo>
                  <a:pt x="106543" y="60802"/>
                  <a:pt x="104945" y="58198"/>
                  <a:pt x="103283" y="55625"/>
                </a:cubicBezTo>
                <a:cubicBezTo>
                  <a:pt x="108330" y="56245"/>
                  <a:pt x="113157" y="57082"/>
                  <a:pt x="117671" y="58105"/>
                </a:cubicBezTo>
                <a:cubicBezTo>
                  <a:pt x="116229" y="62694"/>
                  <a:pt x="114536" y="67159"/>
                  <a:pt x="112624" y="71562"/>
                </a:cubicBezTo>
                <a:close/>
                <a:moveTo>
                  <a:pt x="80307" y="36680"/>
                </a:moveTo>
                <a:cubicBezTo>
                  <a:pt x="83598" y="40215"/>
                  <a:pt x="86702" y="43935"/>
                  <a:pt x="89585" y="47780"/>
                </a:cubicBezTo>
                <a:cubicBezTo>
                  <a:pt x="83379" y="47501"/>
                  <a:pt x="77141" y="47501"/>
                  <a:pt x="70935" y="47780"/>
                </a:cubicBezTo>
                <a:cubicBezTo>
                  <a:pt x="74007" y="43780"/>
                  <a:pt x="77173" y="40060"/>
                  <a:pt x="80307" y="36680"/>
                </a:cubicBezTo>
                <a:close/>
                <a:moveTo>
                  <a:pt x="43946" y="17673"/>
                </a:moveTo>
                <a:cubicBezTo>
                  <a:pt x="49212" y="14635"/>
                  <a:pt x="60904" y="18976"/>
                  <a:pt x="73223" y="29766"/>
                </a:cubicBezTo>
                <a:cubicBezTo>
                  <a:pt x="74007" y="30448"/>
                  <a:pt x="74790" y="31192"/>
                  <a:pt x="75605" y="31936"/>
                </a:cubicBezTo>
                <a:cubicBezTo>
                  <a:pt x="70747" y="37114"/>
                  <a:pt x="66264" y="42633"/>
                  <a:pt x="62158" y="48400"/>
                </a:cubicBezTo>
                <a:cubicBezTo>
                  <a:pt x="55074" y="49020"/>
                  <a:pt x="48053" y="50105"/>
                  <a:pt x="41094" y="51625"/>
                </a:cubicBezTo>
                <a:cubicBezTo>
                  <a:pt x="40686" y="50043"/>
                  <a:pt x="40342" y="48431"/>
                  <a:pt x="39997" y="46819"/>
                </a:cubicBezTo>
                <a:cubicBezTo>
                  <a:pt x="37050" y="31812"/>
                  <a:pt x="38994" y="20495"/>
                  <a:pt x="43946" y="17673"/>
                </a:cubicBezTo>
                <a:close/>
                <a:moveTo>
                  <a:pt x="36267" y="99405"/>
                </a:moveTo>
                <a:cubicBezTo>
                  <a:pt x="34950" y="99033"/>
                  <a:pt x="33665" y="98630"/>
                  <a:pt x="32380" y="98196"/>
                </a:cubicBezTo>
                <a:cubicBezTo>
                  <a:pt x="25703" y="96118"/>
                  <a:pt x="18118" y="92832"/>
                  <a:pt x="12632" y="88522"/>
                </a:cubicBezTo>
                <a:cubicBezTo>
                  <a:pt x="9466" y="86351"/>
                  <a:pt x="7335" y="83003"/>
                  <a:pt x="6739" y="79251"/>
                </a:cubicBezTo>
                <a:cubicBezTo>
                  <a:pt x="6739" y="73577"/>
                  <a:pt x="16644" y="66322"/>
                  <a:pt x="30938" y="61392"/>
                </a:cubicBezTo>
                <a:cubicBezTo>
                  <a:pt x="32725" y="60771"/>
                  <a:pt x="34543" y="60213"/>
                  <a:pt x="36361" y="59686"/>
                </a:cubicBezTo>
                <a:cubicBezTo>
                  <a:pt x="38492" y="66415"/>
                  <a:pt x="41063" y="73019"/>
                  <a:pt x="44040" y="79406"/>
                </a:cubicBezTo>
                <a:cubicBezTo>
                  <a:pt x="41031" y="85886"/>
                  <a:pt x="38430" y="92583"/>
                  <a:pt x="36267" y="99405"/>
                </a:cubicBezTo>
                <a:close/>
                <a:moveTo>
                  <a:pt x="72816" y="129791"/>
                </a:moveTo>
                <a:cubicBezTo>
                  <a:pt x="67644" y="134472"/>
                  <a:pt x="61657" y="138193"/>
                  <a:pt x="55137" y="140736"/>
                </a:cubicBezTo>
                <a:cubicBezTo>
                  <a:pt x="51657" y="142379"/>
                  <a:pt x="47645" y="142534"/>
                  <a:pt x="44072" y="141139"/>
                </a:cubicBezTo>
                <a:cubicBezTo>
                  <a:pt x="39088" y="138286"/>
                  <a:pt x="37019" y="127341"/>
                  <a:pt x="39840" y="112613"/>
                </a:cubicBezTo>
                <a:cubicBezTo>
                  <a:pt x="40185" y="110877"/>
                  <a:pt x="40561" y="109141"/>
                  <a:pt x="41000" y="107435"/>
                </a:cubicBezTo>
                <a:cubicBezTo>
                  <a:pt x="48021" y="108924"/>
                  <a:pt x="55105" y="109947"/>
                  <a:pt x="62284" y="110474"/>
                </a:cubicBezTo>
                <a:cubicBezTo>
                  <a:pt x="66421" y="116272"/>
                  <a:pt x="70966" y="121822"/>
                  <a:pt x="75825" y="127031"/>
                </a:cubicBezTo>
                <a:cubicBezTo>
                  <a:pt x="74822" y="127992"/>
                  <a:pt x="73819" y="128922"/>
                  <a:pt x="72816" y="129791"/>
                </a:cubicBezTo>
                <a:close/>
                <a:moveTo>
                  <a:pt x="80495" y="122256"/>
                </a:moveTo>
                <a:cubicBezTo>
                  <a:pt x="77298" y="118845"/>
                  <a:pt x="74101" y="115063"/>
                  <a:pt x="70998" y="111001"/>
                </a:cubicBezTo>
                <a:cubicBezTo>
                  <a:pt x="74007" y="111125"/>
                  <a:pt x="77110" y="111187"/>
                  <a:pt x="80245" y="111187"/>
                </a:cubicBezTo>
                <a:cubicBezTo>
                  <a:pt x="83473" y="111187"/>
                  <a:pt x="86639" y="111125"/>
                  <a:pt x="89774" y="110970"/>
                </a:cubicBezTo>
                <a:cubicBezTo>
                  <a:pt x="86890" y="114908"/>
                  <a:pt x="83787" y="118659"/>
                  <a:pt x="80495" y="122256"/>
                </a:cubicBezTo>
                <a:close/>
                <a:moveTo>
                  <a:pt x="121464" y="131558"/>
                </a:moveTo>
                <a:cubicBezTo>
                  <a:pt x="121182" y="135341"/>
                  <a:pt x="119301" y="138875"/>
                  <a:pt x="116292" y="141263"/>
                </a:cubicBezTo>
                <a:cubicBezTo>
                  <a:pt x="111308" y="144115"/>
                  <a:pt x="100682" y="140395"/>
                  <a:pt x="89209" y="130659"/>
                </a:cubicBezTo>
                <a:cubicBezTo>
                  <a:pt x="87893" y="129542"/>
                  <a:pt x="86576" y="128333"/>
                  <a:pt x="85228" y="127093"/>
                </a:cubicBezTo>
                <a:cubicBezTo>
                  <a:pt x="90024" y="121853"/>
                  <a:pt x="94444" y="116303"/>
                  <a:pt x="98456" y="110474"/>
                </a:cubicBezTo>
                <a:cubicBezTo>
                  <a:pt x="105634" y="109885"/>
                  <a:pt x="112781" y="108800"/>
                  <a:pt x="119834" y="107218"/>
                </a:cubicBezTo>
                <a:cubicBezTo>
                  <a:pt x="120147" y="108490"/>
                  <a:pt x="120429" y="109761"/>
                  <a:pt x="120680" y="111001"/>
                </a:cubicBezTo>
                <a:cubicBezTo>
                  <a:pt x="122216" y="117698"/>
                  <a:pt x="122467" y="124675"/>
                  <a:pt x="121464" y="131558"/>
                </a:cubicBezTo>
                <a:close/>
                <a:moveTo>
                  <a:pt x="127169" y="98227"/>
                </a:moveTo>
                <a:cubicBezTo>
                  <a:pt x="126291" y="98506"/>
                  <a:pt x="125413" y="98785"/>
                  <a:pt x="124504" y="99033"/>
                </a:cubicBezTo>
                <a:cubicBezTo>
                  <a:pt x="122310" y="92273"/>
                  <a:pt x="119614" y="85669"/>
                  <a:pt x="116511" y="79251"/>
                </a:cubicBezTo>
                <a:cubicBezTo>
                  <a:pt x="119520" y="72926"/>
                  <a:pt x="122059" y="66415"/>
                  <a:pt x="124191" y="59748"/>
                </a:cubicBezTo>
                <a:cubicBezTo>
                  <a:pt x="125821" y="60213"/>
                  <a:pt x="127388" y="60709"/>
                  <a:pt x="128893" y="61206"/>
                </a:cubicBezTo>
                <a:cubicBezTo>
                  <a:pt x="143500" y="66167"/>
                  <a:pt x="153750" y="73546"/>
                  <a:pt x="153750" y="79189"/>
                </a:cubicBezTo>
                <a:cubicBezTo>
                  <a:pt x="153750" y="85266"/>
                  <a:pt x="142810" y="93111"/>
                  <a:pt x="127169" y="98227"/>
                </a:cubicBezTo>
                <a:close/>
                <a:moveTo>
                  <a:pt x="80245" y="93576"/>
                </a:moveTo>
                <a:cubicBezTo>
                  <a:pt x="88168" y="93576"/>
                  <a:pt x="94601" y="87213"/>
                  <a:pt x="94601" y="79375"/>
                </a:cubicBezTo>
                <a:cubicBezTo>
                  <a:pt x="94601" y="71537"/>
                  <a:pt x="88168" y="65174"/>
                  <a:pt x="80245" y="65174"/>
                </a:cubicBezTo>
                <a:cubicBezTo>
                  <a:pt x="72321" y="65174"/>
                  <a:pt x="65888" y="71537"/>
                  <a:pt x="65888" y="79375"/>
                </a:cubicBezTo>
                <a:cubicBezTo>
                  <a:pt x="65888" y="87213"/>
                  <a:pt x="72321" y="93576"/>
                  <a:pt x="80245" y="935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13"/>
          <p:cNvSpPr/>
          <p:nvPr/>
        </p:nvSpPr>
        <p:spPr>
          <a:xfrm>
            <a:off x="1047600" y="2451240"/>
            <a:ext cx="47451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React 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1047600" y="2641680"/>
            <a:ext cx="47372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Компонентна архитектура с Hooks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5"/>
          <p:cNvSpPr/>
          <p:nvPr/>
        </p:nvSpPr>
        <p:spPr>
          <a:xfrm>
            <a:off x="539640" y="2990880"/>
            <a:ext cx="2296800" cy="538200"/>
          </a:xfrm>
          <a:custGeom>
            <a:avLst/>
            <a:gdLst>
              <a:gd name="textAreaLeft" fmla="*/ 0 w 2296800"/>
              <a:gd name="textAreaRight" fmla="*/ 2298240 w 2296800"/>
              <a:gd name="textAreaTop" fmla="*/ 0 h 538200"/>
              <a:gd name="textAreaBottom" fmla="*/ 539640 h 538200"/>
            </a:gdLst>
            <a:ahLst/>
            <a:rect l="textAreaLeft" t="textAreaTop" r="textAreaRight" b="textAreaBottom"/>
            <a:pathLst>
              <a:path w="2298140" h="539750">
                <a:moveTo>
                  <a:pt x="41408" y="0"/>
                </a:moveTo>
                <a:lnTo>
                  <a:pt x="2256732" y="0"/>
                </a:lnTo>
                <a:cubicBezTo>
                  <a:pt x="2279601" y="0"/>
                  <a:pt x="2298140" y="42645"/>
                  <a:pt x="2298140" y="95250"/>
                </a:cubicBezTo>
                <a:lnTo>
                  <a:pt x="2298140" y="444500"/>
                </a:lnTo>
                <a:cubicBezTo>
                  <a:pt x="2298140" y="497105"/>
                  <a:pt x="2279601" y="539750"/>
                  <a:pt x="2256732" y="539750"/>
                </a:cubicBezTo>
                <a:lnTo>
                  <a:pt x="41408" y="539750"/>
                </a:lnTo>
                <a:cubicBezTo>
                  <a:pt x="18554" y="539750"/>
                  <a:pt x="0" y="497070"/>
                  <a:pt x="0" y="444500"/>
                </a:cubicBezTo>
                <a:lnTo>
                  <a:pt x="0" y="95250"/>
                </a:lnTo>
                <a:cubicBezTo>
                  <a:pt x="0" y="42645"/>
                  <a:pt x="18539" y="0"/>
                  <a:pt x="41408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6"/>
          <p:cNvSpPr/>
          <p:nvPr/>
        </p:nvSpPr>
        <p:spPr>
          <a:xfrm>
            <a:off x="636120" y="3102120"/>
            <a:ext cx="319680" cy="316080"/>
          </a:xfrm>
          <a:custGeom>
            <a:avLst/>
            <a:gdLst>
              <a:gd name="textAreaLeft" fmla="*/ 0 w 319680"/>
              <a:gd name="textAreaRight" fmla="*/ 321120 w 319680"/>
              <a:gd name="textAreaTop" fmla="*/ 0 h 316080"/>
              <a:gd name="textAreaBottom" fmla="*/ 317520 h 316080"/>
            </a:gdLst>
            <a:ahLst/>
            <a:rect l="textAreaLeft" t="textAreaTop" r="textAreaRight" b="textAreaBottom"/>
            <a:pathLst>
              <a:path w="320978" h="317500">
                <a:moveTo>
                  <a:pt x="64196" y="0"/>
                </a:moveTo>
                <a:lnTo>
                  <a:pt x="256782" y="0"/>
                </a:lnTo>
                <a:cubicBezTo>
                  <a:pt x="292213" y="0"/>
                  <a:pt x="320978" y="28453"/>
                  <a:pt x="320978" y="63500"/>
                </a:cubicBezTo>
                <a:lnTo>
                  <a:pt x="320978" y="254000"/>
                </a:lnTo>
                <a:cubicBezTo>
                  <a:pt x="320978" y="289047"/>
                  <a:pt x="292213" y="317500"/>
                  <a:pt x="256782" y="317500"/>
                </a:cubicBezTo>
                <a:lnTo>
                  <a:pt x="64196" y="317500"/>
                </a:lnTo>
                <a:cubicBezTo>
                  <a:pt x="28765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765" y="0"/>
                  <a:pt x="64196" y="0"/>
                </a:cubicBezTo>
                <a:close/>
              </a:path>
            </a:pathLst>
          </a:custGeom>
          <a:solidFill>
            <a:srgbClr val="646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7"/>
          <p:cNvSpPr/>
          <p:nvPr/>
        </p:nvSpPr>
        <p:spPr>
          <a:xfrm>
            <a:off x="726480" y="3181320"/>
            <a:ext cx="138960" cy="157320"/>
          </a:xfrm>
          <a:custGeom>
            <a:avLst/>
            <a:gdLst>
              <a:gd name="textAreaLeft" fmla="*/ 0 w 138960"/>
              <a:gd name="textAreaRight" fmla="*/ 140400 w 13896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40428" h="158750">
                <a:moveTo>
                  <a:pt x="106199" y="-3070"/>
                </a:moveTo>
                <a:cubicBezTo>
                  <a:pt x="109929" y="-403"/>
                  <a:pt x="111308" y="4434"/>
                  <a:pt x="109615" y="8651"/>
                </a:cubicBezTo>
                <a:lnTo>
                  <a:pt x="85040" y="69453"/>
                </a:lnTo>
                <a:lnTo>
                  <a:pt x="130397" y="69453"/>
                </a:lnTo>
                <a:cubicBezTo>
                  <a:pt x="134629" y="69453"/>
                  <a:pt x="138390" y="72058"/>
                  <a:pt x="139832" y="75995"/>
                </a:cubicBezTo>
                <a:cubicBezTo>
                  <a:pt x="141274" y="79933"/>
                  <a:pt x="140052" y="84336"/>
                  <a:pt x="136823" y="87002"/>
                </a:cubicBezTo>
                <a:lnTo>
                  <a:pt x="46548" y="161417"/>
                </a:lnTo>
                <a:cubicBezTo>
                  <a:pt x="43006" y="164331"/>
                  <a:pt x="37959" y="164486"/>
                  <a:pt x="34229" y="161820"/>
                </a:cubicBezTo>
                <a:cubicBezTo>
                  <a:pt x="30499" y="159153"/>
                  <a:pt x="29120" y="154316"/>
                  <a:pt x="30813" y="150099"/>
                </a:cubicBezTo>
                <a:lnTo>
                  <a:pt x="55388" y="89297"/>
                </a:lnTo>
                <a:lnTo>
                  <a:pt x="10031" y="89297"/>
                </a:lnTo>
                <a:cubicBezTo>
                  <a:pt x="5799" y="89297"/>
                  <a:pt x="2037" y="86692"/>
                  <a:pt x="596" y="82755"/>
                </a:cubicBezTo>
                <a:cubicBezTo>
                  <a:pt x="-846" y="78817"/>
                  <a:pt x="376" y="74414"/>
                  <a:pt x="3605" y="71748"/>
                </a:cubicBezTo>
                <a:lnTo>
                  <a:pt x="93880" y="-2667"/>
                </a:lnTo>
                <a:cubicBezTo>
                  <a:pt x="97422" y="-5581"/>
                  <a:pt x="102468" y="-5736"/>
                  <a:pt x="106199" y="-30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18"/>
          <p:cNvSpPr/>
          <p:nvPr/>
        </p:nvSpPr>
        <p:spPr>
          <a:xfrm>
            <a:off x="1047600" y="3086280"/>
            <a:ext cx="47451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Vite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9"/>
          <p:cNvSpPr/>
          <p:nvPr/>
        </p:nvSpPr>
        <p:spPr>
          <a:xfrm>
            <a:off x="1047600" y="3276720"/>
            <a:ext cx="47372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Бърз build инструмент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0"/>
          <p:cNvSpPr/>
          <p:nvPr/>
        </p:nvSpPr>
        <p:spPr>
          <a:xfrm>
            <a:off x="539640" y="3625920"/>
            <a:ext cx="5040360" cy="538200"/>
          </a:xfrm>
          <a:custGeom>
            <a:avLst/>
            <a:gdLst>
              <a:gd name="textAreaLeft" fmla="*/ 0 w 5040360"/>
              <a:gd name="textAreaRight" fmla="*/ 5041800 w 5040360"/>
              <a:gd name="textAreaTop" fmla="*/ 0 h 538200"/>
              <a:gd name="textAreaBottom" fmla="*/ 539640 h 538200"/>
            </a:gdLst>
            <a:ahLst/>
            <a:rect l="textAreaLeft" t="textAreaTop" r="textAreaRight" b="textAreaBottom"/>
            <a:pathLst>
              <a:path w="5041786" h="539750">
                <a:moveTo>
                  <a:pt x="90843" y="0"/>
                </a:moveTo>
                <a:lnTo>
                  <a:pt x="4950943" y="0"/>
                </a:lnTo>
                <a:cubicBezTo>
                  <a:pt x="5001115" y="0"/>
                  <a:pt x="5041786" y="42645"/>
                  <a:pt x="5041786" y="95250"/>
                </a:cubicBezTo>
                <a:lnTo>
                  <a:pt x="5041786" y="444500"/>
                </a:lnTo>
                <a:cubicBezTo>
                  <a:pt x="5041786" y="497105"/>
                  <a:pt x="5001115" y="539750"/>
                  <a:pt x="4950943" y="539750"/>
                </a:cubicBezTo>
                <a:lnTo>
                  <a:pt x="90843" y="539750"/>
                </a:lnTo>
                <a:cubicBezTo>
                  <a:pt x="40705" y="539750"/>
                  <a:pt x="0" y="497070"/>
                  <a:pt x="0" y="444500"/>
                </a:cubicBezTo>
                <a:lnTo>
                  <a:pt x="0" y="95250"/>
                </a:lnTo>
                <a:cubicBezTo>
                  <a:pt x="0" y="42645"/>
                  <a:pt x="40672" y="0"/>
                  <a:pt x="9084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1"/>
          <p:cNvSpPr/>
          <p:nvPr/>
        </p:nvSpPr>
        <p:spPr>
          <a:xfrm>
            <a:off x="636120" y="3736800"/>
            <a:ext cx="319680" cy="316080"/>
          </a:xfrm>
          <a:custGeom>
            <a:avLst/>
            <a:gdLst>
              <a:gd name="textAreaLeft" fmla="*/ 0 w 319680"/>
              <a:gd name="textAreaRight" fmla="*/ 321120 w 319680"/>
              <a:gd name="textAreaTop" fmla="*/ 0 h 316080"/>
              <a:gd name="textAreaBottom" fmla="*/ 317520 h 316080"/>
            </a:gdLst>
            <a:ahLst/>
            <a:rect l="textAreaLeft" t="textAreaTop" r="textAreaRight" b="textAreaBottom"/>
            <a:pathLst>
              <a:path w="320978" h="317500">
                <a:moveTo>
                  <a:pt x="64196" y="0"/>
                </a:moveTo>
                <a:lnTo>
                  <a:pt x="256782" y="0"/>
                </a:lnTo>
                <a:cubicBezTo>
                  <a:pt x="292213" y="0"/>
                  <a:pt x="320978" y="28453"/>
                  <a:pt x="320978" y="63500"/>
                </a:cubicBezTo>
                <a:lnTo>
                  <a:pt x="320978" y="254000"/>
                </a:lnTo>
                <a:cubicBezTo>
                  <a:pt x="320978" y="289047"/>
                  <a:pt x="292213" y="317500"/>
                  <a:pt x="256782" y="317500"/>
                </a:cubicBezTo>
                <a:lnTo>
                  <a:pt x="64196" y="317500"/>
                </a:lnTo>
                <a:cubicBezTo>
                  <a:pt x="28765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765" y="0"/>
                  <a:pt x="64196" y="0"/>
                </a:cubicBezTo>
                <a:close/>
              </a:path>
            </a:pathLst>
          </a:custGeom>
          <a:solidFill>
            <a:srgbClr val="5a29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22"/>
          <p:cNvSpPr/>
          <p:nvPr/>
        </p:nvSpPr>
        <p:spPr>
          <a:xfrm>
            <a:off x="716400" y="3816360"/>
            <a:ext cx="159120" cy="157320"/>
          </a:xfrm>
          <a:custGeom>
            <a:avLst/>
            <a:gdLst>
              <a:gd name="textAreaLeft" fmla="*/ 0 w 159120"/>
              <a:gd name="textAreaRight" fmla="*/ 160560 w 1591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60489" h="158750">
                <a:moveTo>
                  <a:pt x="157543" y="46695"/>
                </a:moveTo>
                <a:lnTo>
                  <a:pt x="127451" y="76460"/>
                </a:lnTo>
                <a:cubicBezTo>
                  <a:pt x="124567" y="79313"/>
                  <a:pt x="120273" y="80150"/>
                  <a:pt x="116511" y="78600"/>
                </a:cubicBezTo>
                <a:cubicBezTo>
                  <a:pt x="112750" y="77050"/>
                  <a:pt x="110336" y="73453"/>
                  <a:pt x="110336" y="69453"/>
                </a:cubicBezTo>
                <a:lnTo>
                  <a:pt x="110336" y="49609"/>
                </a:lnTo>
                <a:lnTo>
                  <a:pt x="10031" y="49609"/>
                </a:lnTo>
                <a:cubicBezTo>
                  <a:pt x="4482" y="49609"/>
                  <a:pt x="0" y="45176"/>
                  <a:pt x="0" y="39688"/>
                </a:cubicBezTo>
                <a:cubicBezTo>
                  <a:pt x="0" y="34199"/>
                  <a:pt x="4482" y="29766"/>
                  <a:pt x="10031" y="29766"/>
                </a:cubicBezTo>
                <a:lnTo>
                  <a:pt x="110336" y="29766"/>
                </a:lnTo>
                <a:lnTo>
                  <a:pt x="110336" y="9922"/>
                </a:lnTo>
                <a:cubicBezTo>
                  <a:pt x="110336" y="5922"/>
                  <a:pt x="112781" y="2294"/>
                  <a:pt x="116543" y="744"/>
                </a:cubicBezTo>
                <a:cubicBezTo>
                  <a:pt x="120304" y="-806"/>
                  <a:pt x="124598" y="62"/>
                  <a:pt x="127482" y="2884"/>
                </a:cubicBezTo>
                <a:lnTo>
                  <a:pt x="157574" y="32649"/>
                </a:lnTo>
                <a:cubicBezTo>
                  <a:pt x="161492" y="36525"/>
                  <a:pt x="161492" y="42819"/>
                  <a:pt x="157574" y="46695"/>
                </a:cubicBezTo>
                <a:close/>
                <a:moveTo>
                  <a:pt x="33007" y="155835"/>
                </a:moveTo>
                <a:lnTo>
                  <a:pt x="2915" y="126070"/>
                </a:lnTo>
                <a:cubicBezTo>
                  <a:pt x="-1003" y="122194"/>
                  <a:pt x="-1003" y="115900"/>
                  <a:pt x="2915" y="112024"/>
                </a:cubicBezTo>
                <a:lnTo>
                  <a:pt x="33007" y="82259"/>
                </a:lnTo>
                <a:cubicBezTo>
                  <a:pt x="35891" y="79406"/>
                  <a:pt x="40185" y="78569"/>
                  <a:pt x="43946" y="80119"/>
                </a:cubicBezTo>
                <a:cubicBezTo>
                  <a:pt x="47708" y="81669"/>
                  <a:pt x="50153" y="85297"/>
                  <a:pt x="50153" y="89297"/>
                </a:cubicBezTo>
                <a:lnTo>
                  <a:pt x="50153" y="109141"/>
                </a:lnTo>
                <a:lnTo>
                  <a:pt x="150458" y="109141"/>
                </a:lnTo>
                <a:cubicBezTo>
                  <a:pt x="156007" y="109141"/>
                  <a:pt x="160489" y="113574"/>
                  <a:pt x="160489" y="119062"/>
                </a:cubicBezTo>
                <a:cubicBezTo>
                  <a:pt x="160489" y="124551"/>
                  <a:pt x="156007" y="128984"/>
                  <a:pt x="150458" y="128984"/>
                </a:cubicBezTo>
                <a:lnTo>
                  <a:pt x="50153" y="128984"/>
                </a:lnTo>
                <a:lnTo>
                  <a:pt x="50153" y="148828"/>
                </a:lnTo>
                <a:cubicBezTo>
                  <a:pt x="50153" y="152828"/>
                  <a:pt x="47708" y="156456"/>
                  <a:pt x="43946" y="158006"/>
                </a:cubicBezTo>
                <a:cubicBezTo>
                  <a:pt x="40185" y="159556"/>
                  <a:pt x="35891" y="158688"/>
                  <a:pt x="33007" y="1558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23"/>
          <p:cNvSpPr/>
          <p:nvPr/>
        </p:nvSpPr>
        <p:spPr>
          <a:xfrm>
            <a:off x="1047600" y="3720960"/>
            <a:ext cx="47451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Axios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4"/>
          <p:cNvSpPr/>
          <p:nvPr/>
        </p:nvSpPr>
        <p:spPr>
          <a:xfrm>
            <a:off x="1047600" y="3911760"/>
            <a:ext cx="47372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HTTP клиент с interceptors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5"/>
          <p:cNvSpPr/>
          <p:nvPr/>
        </p:nvSpPr>
        <p:spPr>
          <a:xfrm>
            <a:off x="3283560" y="2387520"/>
            <a:ext cx="2296800" cy="538200"/>
          </a:xfrm>
          <a:custGeom>
            <a:avLst/>
            <a:gdLst>
              <a:gd name="textAreaLeft" fmla="*/ 0 w 2296800"/>
              <a:gd name="textAreaRight" fmla="*/ 2298240 w 2296800"/>
              <a:gd name="textAreaTop" fmla="*/ 0 h 538200"/>
              <a:gd name="textAreaBottom" fmla="*/ 539640 h 538200"/>
            </a:gdLst>
            <a:ahLst/>
            <a:rect l="textAreaLeft" t="textAreaTop" r="textAreaRight" b="textAreaBottom"/>
            <a:pathLst>
              <a:path w="2298140" h="539750">
                <a:moveTo>
                  <a:pt x="41408" y="0"/>
                </a:moveTo>
                <a:lnTo>
                  <a:pt x="2256732" y="0"/>
                </a:lnTo>
                <a:cubicBezTo>
                  <a:pt x="2279601" y="0"/>
                  <a:pt x="2298140" y="42645"/>
                  <a:pt x="2298140" y="95250"/>
                </a:cubicBezTo>
                <a:lnTo>
                  <a:pt x="2298140" y="444500"/>
                </a:lnTo>
                <a:cubicBezTo>
                  <a:pt x="2298140" y="497105"/>
                  <a:pt x="2279601" y="539750"/>
                  <a:pt x="2256732" y="539750"/>
                </a:cubicBezTo>
                <a:lnTo>
                  <a:pt x="41408" y="539750"/>
                </a:lnTo>
                <a:cubicBezTo>
                  <a:pt x="18554" y="539750"/>
                  <a:pt x="0" y="497070"/>
                  <a:pt x="0" y="444500"/>
                </a:cubicBezTo>
                <a:lnTo>
                  <a:pt x="0" y="95250"/>
                </a:lnTo>
                <a:cubicBezTo>
                  <a:pt x="0" y="42645"/>
                  <a:pt x="18539" y="0"/>
                  <a:pt x="41408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26"/>
          <p:cNvSpPr/>
          <p:nvPr/>
        </p:nvSpPr>
        <p:spPr>
          <a:xfrm>
            <a:off x="3379680" y="2498760"/>
            <a:ext cx="319680" cy="316080"/>
          </a:xfrm>
          <a:custGeom>
            <a:avLst/>
            <a:gdLst>
              <a:gd name="textAreaLeft" fmla="*/ 0 w 319680"/>
              <a:gd name="textAreaRight" fmla="*/ 321120 w 319680"/>
              <a:gd name="textAreaTop" fmla="*/ 0 h 316080"/>
              <a:gd name="textAreaBottom" fmla="*/ 317520 h 316080"/>
            </a:gdLst>
            <a:ahLst/>
            <a:rect l="textAreaLeft" t="textAreaTop" r="textAreaRight" b="textAreaBottom"/>
            <a:pathLst>
              <a:path w="320978" h="317500">
                <a:moveTo>
                  <a:pt x="64196" y="0"/>
                </a:moveTo>
                <a:lnTo>
                  <a:pt x="256782" y="0"/>
                </a:lnTo>
                <a:cubicBezTo>
                  <a:pt x="292213" y="0"/>
                  <a:pt x="320978" y="28453"/>
                  <a:pt x="320978" y="63500"/>
                </a:cubicBezTo>
                <a:lnTo>
                  <a:pt x="320978" y="254000"/>
                </a:lnTo>
                <a:cubicBezTo>
                  <a:pt x="320978" y="289047"/>
                  <a:pt x="292213" y="317500"/>
                  <a:pt x="256782" y="317500"/>
                </a:cubicBezTo>
                <a:lnTo>
                  <a:pt x="64196" y="317500"/>
                </a:lnTo>
                <a:cubicBezTo>
                  <a:pt x="28765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765" y="0"/>
                  <a:pt x="64196" y="0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27"/>
          <p:cNvSpPr/>
          <p:nvPr/>
        </p:nvSpPr>
        <p:spPr>
          <a:xfrm>
            <a:off x="3459960" y="2577960"/>
            <a:ext cx="159120" cy="157320"/>
          </a:xfrm>
          <a:custGeom>
            <a:avLst/>
            <a:gdLst>
              <a:gd name="textAreaLeft" fmla="*/ 0 w 159120"/>
              <a:gd name="textAreaRight" fmla="*/ 160560 w 1591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60489" h="158750">
                <a:moveTo>
                  <a:pt x="124912" y="3783"/>
                </a:moveTo>
                <a:lnTo>
                  <a:pt x="97265" y="31130"/>
                </a:lnTo>
                <a:lnTo>
                  <a:pt x="129018" y="62539"/>
                </a:lnTo>
                <a:lnTo>
                  <a:pt x="156665" y="35192"/>
                </a:lnTo>
                <a:cubicBezTo>
                  <a:pt x="159110" y="32742"/>
                  <a:pt x="160489" y="29456"/>
                  <a:pt x="160489" y="26045"/>
                </a:cubicBezTo>
                <a:cubicBezTo>
                  <a:pt x="160489" y="22634"/>
                  <a:pt x="159110" y="19348"/>
                  <a:pt x="156665" y="16898"/>
                </a:cubicBezTo>
                <a:lnTo>
                  <a:pt x="143406" y="3783"/>
                </a:lnTo>
                <a:cubicBezTo>
                  <a:pt x="140929" y="1364"/>
                  <a:pt x="137607" y="0"/>
                  <a:pt x="134159" y="0"/>
                </a:cubicBezTo>
                <a:cubicBezTo>
                  <a:pt x="130711" y="0"/>
                  <a:pt x="127388" y="1364"/>
                  <a:pt x="124912" y="3783"/>
                </a:cubicBezTo>
                <a:close/>
                <a:moveTo>
                  <a:pt x="86639" y="41641"/>
                </a:moveTo>
                <a:lnTo>
                  <a:pt x="3824" y="123558"/>
                </a:lnTo>
                <a:cubicBezTo>
                  <a:pt x="1379" y="126008"/>
                  <a:pt x="0" y="129294"/>
                  <a:pt x="0" y="132705"/>
                </a:cubicBezTo>
                <a:cubicBezTo>
                  <a:pt x="0" y="136116"/>
                  <a:pt x="1379" y="139402"/>
                  <a:pt x="3824" y="141852"/>
                </a:cubicBezTo>
                <a:lnTo>
                  <a:pt x="17083" y="154967"/>
                </a:lnTo>
                <a:cubicBezTo>
                  <a:pt x="19560" y="157386"/>
                  <a:pt x="22882" y="158750"/>
                  <a:pt x="26330" y="158750"/>
                </a:cubicBezTo>
                <a:cubicBezTo>
                  <a:pt x="29778" y="158750"/>
                  <a:pt x="33101" y="157386"/>
                  <a:pt x="35577" y="154967"/>
                </a:cubicBezTo>
                <a:lnTo>
                  <a:pt x="118392" y="73050"/>
                </a:lnTo>
                <a:lnTo>
                  <a:pt x="86639" y="416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8"/>
          <p:cNvSpPr/>
          <p:nvPr/>
        </p:nvSpPr>
        <p:spPr>
          <a:xfrm>
            <a:off x="3791520" y="2482920"/>
            <a:ext cx="47451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Framer Motion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29"/>
          <p:cNvSpPr/>
          <p:nvPr/>
        </p:nvSpPr>
        <p:spPr>
          <a:xfrm>
            <a:off x="3791520" y="2657520"/>
            <a:ext cx="47372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Анимации и transitions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30"/>
          <p:cNvSpPr/>
          <p:nvPr/>
        </p:nvSpPr>
        <p:spPr>
          <a:xfrm>
            <a:off x="3283560" y="3022560"/>
            <a:ext cx="2296800" cy="538200"/>
          </a:xfrm>
          <a:custGeom>
            <a:avLst/>
            <a:gdLst>
              <a:gd name="textAreaLeft" fmla="*/ 0 w 2296800"/>
              <a:gd name="textAreaRight" fmla="*/ 2298240 w 2296800"/>
              <a:gd name="textAreaTop" fmla="*/ 0 h 538200"/>
              <a:gd name="textAreaBottom" fmla="*/ 539640 h 538200"/>
            </a:gdLst>
            <a:ahLst/>
            <a:rect l="textAreaLeft" t="textAreaTop" r="textAreaRight" b="textAreaBottom"/>
            <a:pathLst>
              <a:path w="2298140" h="539750">
                <a:moveTo>
                  <a:pt x="41408" y="0"/>
                </a:moveTo>
                <a:lnTo>
                  <a:pt x="2256732" y="0"/>
                </a:lnTo>
                <a:cubicBezTo>
                  <a:pt x="2279601" y="0"/>
                  <a:pt x="2298140" y="42645"/>
                  <a:pt x="2298140" y="95250"/>
                </a:cubicBezTo>
                <a:lnTo>
                  <a:pt x="2298140" y="444500"/>
                </a:lnTo>
                <a:cubicBezTo>
                  <a:pt x="2298140" y="497105"/>
                  <a:pt x="2279601" y="539750"/>
                  <a:pt x="2256732" y="539750"/>
                </a:cubicBezTo>
                <a:lnTo>
                  <a:pt x="41408" y="539750"/>
                </a:lnTo>
                <a:cubicBezTo>
                  <a:pt x="18554" y="539750"/>
                  <a:pt x="0" y="497070"/>
                  <a:pt x="0" y="444500"/>
                </a:cubicBezTo>
                <a:lnTo>
                  <a:pt x="0" y="95250"/>
                </a:lnTo>
                <a:cubicBezTo>
                  <a:pt x="0" y="42645"/>
                  <a:pt x="18539" y="0"/>
                  <a:pt x="41408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31"/>
          <p:cNvSpPr/>
          <p:nvPr/>
        </p:nvSpPr>
        <p:spPr>
          <a:xfrm>
            <a:off x="3379680" y="3133800"/>
            <a:ext cx="319680" cy="316080"/>
          </a:xfrm>
          <a:custGeom>
            <a:avLst/>
            <a:gdLst>
              <a:gd name="textAreaLeft" fmla="*/ 0 w 319680"/>
              <a:gd name="textAreaRight" fmla="*/ 321120 w 319680"/>
              <a:gd name="textAreaTop" fmla="*/ 0 h 316080"/>
              <a:gd name="textAreaBottom" fmla="*/ 317520 h 316080"/>
            </a:gdLst>
            <a:ahLst/>
            <a:rect l="textAreaLeft" t="textAreaTop" r="textAreaRight" b="textAreaBottom"/>
            <a:pathLst>
              <a:path w="320978" h="317500">
                <a:moveTo>
                  <a:pt x="64196" y="0"/>
                </a:moveTo>
                <a:lnTo>
                  <a:pt x="256782" y="0"/>
                </a:lnTo>
                <a:cubicBezTo>
                  <a:pt x="292213" y="0"/>
                  <a:pt x="320978" y="28453"/>
                  <a:pt x="320978" y="63500"/>
                </a:cubicBezTo>
                <a:lnTo>
                  <a:pt x="320978" y="254000"/>
                </a:lnTo>
                <a:cubicBezTo>
                  <a:pt x="320978" y="289047"/>
                  <a:pt x="292213" y="317500"/>
                  <a:pt x="256782" y="317500"/>
                </a:cubicBezTo>
                <a:lnTo>
                  <a:pt x="64196" y="317500"/>
                </a:lnTo>
                <a:cubicBezTo>
                  <a:pt x="28765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765" y="0"/>
                  <a:pt x="64196" y="0"/>
                </a:cubicBezTo>
                <a:close/>
              </a:path>
            </a:pathLst>
          </a:custGeom>
          <a:solidFill>
            <a:srgbClr val="ff63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32"/>
          <p:cNvSpPr/>
          <p:nvPr/>
        </p:nvSpPr>
        <p:spPr>
          <a:xfrm>
            <a:off x="3459960" y="3213000"/>
            <a:ext cx="159120" cy="157320"/>
          </a:xfrm>
          <a:custGeom>
            <a:avLst/>
            <a:gdLst>
              <a:gd name="textAreaLeft" fmla="*/ 0 w 159120"/>
              <a:gd name="textAreaRight" fmla="*/ 160560 w 1591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60489" h="158750">
                <a:moveTo>
                  <a:pt x="20061" y="19844"/>
                </a:moveTo>
                <a:cubicBezTo>
                  <a:pt x="20061" y="14356"/>
                  <a:pt x="15579" y="9922"/>
                  <a:pt x="10031" y="9922"/>
                </a:cubicBezTo>
                <a:cubicBezTo>
                  <a:pt x="4482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222" y="148828"/>
                  <a:pt x="25076" y="148828"/>
                </a:cubicBezTo>
                <a:lnTo>
                  <a:pt x="150458" y="148828"/>
                </a:lnTo>
                <a:cubicBezTo>
                  <a:pt x="156007" y="148828"/>
                  <a:pt x="160489" y="144394"/>
                  <a:pt x="160489" y="138906"/>
                </a:cubicBezTo>
                <a:cubicBezTo>
                  <a:pt x="160489" y="133418"/>
                  <a:pt x="156007" y="128984"/>
                  <a:pt x="150458" y="128984"/>
                </a:cubicBezTo>
                <a:lnTo>
                  <a:pt x="25076" y="128984"/>
                </a:lnTo>
                <a:cubicBezTo>
                  <a:pt x="22318" y="128984"/>
                  <a:pt x="20061" y="126752"/>
                  <a:pt x="20061" y="124023"/>
                </a:cubicBezTo>
                <a:lnTo>
                  <a:pt x="20061" y="19844"/>
                </a:lnTo>
                <a:close/>
                <a:moveTo>
                  <a:pt x="147512" y="46695"/>
                </a:moveTo>
                <a:cubicBezTo>
                  <a:pt x="151430" y="42819"/>
                  <a:pt x="151430" y="36525"/>
                  <a:pt x="147512" y="32649"/>
                </a:cubicBezTo>
                <a:cubicBezTo>
                  <a:pt x="143594" y="28773"/>
                  <a:pt x="137231" y="28773"/>
                  <a:pt x="133312" y="32649"/>
                </a:cubicBezTo>
                <a:lnTo>
                  <a:pt x="100306" y="65329"/>
                </a:lnTo>
                <a:lnTo>
                  <a:pt x="82313" y="47563"/>
                </a:lnTo>
                <a:cubicBezTo>
                  <a:pt x="78395" y="43687"/>
                  <a:pt x="72032" y="43687"/>
                  <a:pt x="68114" y="47563"/>
                </a:cubicBezTo>
                <a:lnTo>
                  <a:pt x="38022" y="77329"/>
                </a:lnTo>
                <a:cubicBezTo>
                  <a:pt x="34104" y="81204"/>
                  <a:pt x="34104" y="87499"/>
                  <a:pt x="38022" y="91374"/>
                </a:cubicBezTo>
                <a:cubicBezTo>
                  <a:pt x="41940" y="95250"/>
                  <a:pt x="48303" y="95250"/>
                  <a:pt x="52222" y="91374"/>
                </a:cubicBezTo>
                <a:lnTo>
                  <a:pt x="75229" y="68616"/>
                </a:lnTo>
                <a:lnTo>
                  <a:pt x="93222" y="86413"/>
                </a:lnTo>
                <a:cubicBezTo>
                  <a:pt x="97140" y="90289"/>
                  <a:pt x="103503" y="90289"/>
                  <a:pt x="107421" y="86413"/>
                </a:cubicBezTo>
                <a:lnTo>
                  <a:pt x="147543" y="467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33"/>
          <p:cNvSpPr/>
          <p:nvPr/>
        </p:nvSpPr>
        <p:spPr>
          <a:xfrm>
            <a:off x="3791520" y="3117960"/>
            <a:ext cx="47451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Chart.js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34"/>
          <p:cNvSpPr/>
          <p:nvPr/>
        </p:nvSpPr>
        <p:spPr>
          <a:xfrm>
            <a:off x="3791520" y="3260880"/>
            <a:ext cx="47372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Интерактивни графики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35"/>
          <p:cNvSpPr/>
          <p:nvPr/>
        </p:nvSpPr>
        <p:spPr>
          <a:xfrm>
            <a:off x="6191280" y="1498680"/>
            <a:ext cx="5681880" cy="2411640"/>
          </a:xfrm>
          <a:custGeom>
            <a:avLst/>
            <a:gdLst>
              <a:gd name="textAreaLeft" fmla="*/ 0 w 5681880"/>
              <a:gd name="textAreaRight" fmla="*/ 5683320 w 5681880"/>
              <a:gd name="textAreaTop" fmla="*/ 0 h 2411640"/>
              <a:gd name="textAreaBottom" fmla="*/ 2413080 h 2411640"/>
            </a:gdLst>
            <a:ahLst/>
            <a:rect l="textAreaLeft" t="textAreaTop" r="textAreaRight" b="textAreaBottom"/>
            <a:pathLst>
              <a:path w="5683250" h="2413000">
                <a:moveTo>
                  <a:pt x="31750" y="0"/>
                </a:moveTo>
                <a:lnTo>
                  <a:pt x="5556250" y="0"/>
                </a:lnTo>
                <a:cubicBezTo>
                  <a:pt x="5626343" y="0"/>
                  <a:pt x="5683250" y="69199"/>
                  <a:pt x="5683250" y="154432"/>
                </a:cubicBezTo>
                <a:lnTo>
                  <a:pt x="5683250" y="2258568"/>
                </a:lnTo>
                <a:cubicBezTo>
                  <a:pt x="5683250" y="2343801"/>
                  <a:pt x="5626343" y="2413000"/>
                  <a:pt x="5556250" y="2413000"/>
                </a:cubicBezTo>
                <a:lnTo>
                  <a:pt x="31750" y="2413000"/>
                </a:lnTo>
                <a:cubicBezTo>
                  <a:pt x="14227" y="2413000"/>
                  <a:pt x="0" y="2395700"/>
                  <a:pt x="0" y="2374392"/>
                </a:cubicBezTo>
                <a:lnTo>
                  <a:pt x="0" y="38608"/>
                </a:lnTo>
                <a:cubicBezTo>
                  <a:pt x="0" y="17300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98360" dir="5400000" dist="1587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36"/>
          <p:cNvSpPr/>
          <p:nvPr/>
        </p:nvSpPr>
        <p:spPr>
          <a:xfrm>
            <a:off x="6191280" y="1498680"/>
            <a:ext cx="30240" cy="2411640"/>
          </a:xfrm>
          <a:custGeom>
            <a:avLst/>
            <a:gdLst>
              <a:gd name="textAreaLeft" fmla="*/ 0 w 30240"/>
              <a:gd name="textAreaRight" fmla="*/ 31680 w 30240"/>
              <a:gd name="textAreaTop" fmla="*/ 0 h 2411640"/>
              <a:gd name="textAreaBottom" fmla="*/ 2413080 h 2411640"/>
            </a:gdLst>
            <a:ahLst/>
            <a:rect l="textAreaLeft" t="textAreaTop" r="textAreaRight" b="textAreaBottom"/>
            <a:pathLst>
              <a:path w="31750" h="2413000">
                <a:moveTo>
                  <a:pt x="31750" y="0"/>
                </a:moveTo>
                <a:lnTo>
                  <a:pt x="31750" y="0"/>
                </a:lnTo>
                <a:lnTo>
                  <a:pt x="31750" y="2413000"/>
                </a:lnTo>
                <a:lnTo>
                  <a:pt x="31750" y="2413000"/>
                </a:lnTo>
                <a:cubicBezTo>
                  <a:pt x="14227" y="2413000"/>
                  <a:pt x="0" y="2395700"/>
                  <a:pt x="0" y="2374392"/>
                </a:cubicBezTo>
                <a:lnTo>
                  <a:pt x="0" y="38608"/>
                </a:lnTo>
                <a:cubicBezTo>
                  <a:pt x="0" y="17300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37"/>
          <p:cNvSpPr/>
          <p:nvPr/>
        </p:nvSpPr>
        <p:spPr>
          <a:xfrm>
            <a:off x="6397560" y="1689120"/>
            <a:ext cx="443160" cy="443160"/>
          </a:xfrm>
          <a:custGeom>
            <a:avLst/>
            <a:gdLst>
              <a:gd name="textAreaLeft" fmla="*/ 0 w 443160"/>
              <a:gd name="textAreaRight" fmla="*/ 444600 w 443160"/>
              <a:gd name="textAreaTop" fmla="*/ 0 h 443160"/>
              <a:gd name="textAreaBottom" fmla="*/ 444600 h 443160"/>
            </a:gdLst>
            <a:ahLst/>
            <a:rect l="textAreaLeft" t="textAreaTop" r="textAreaRight" b="textAreaBottom"/>
            <a:pathLst>
              <a:path w="444500" h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19160" dir="5400000" dist="79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38"/>
          <p:cNvSpPr/>
          <p:nvPr/>
        </p:nvSpPr>
        <p:spPr>
          <a:xfrm>
            <a:off x="6536520" y="1816200"/>
            <a:ext cx="165240" cy="189000"/>
          </a:xfrm>
          <a:custGeom>
            <a:avLst/>
            <a:gdLst>
              <a:gd name="textAreaLeft" fmla="*/ 0 w 165240"/>
              <a:gd name="textAreaRight" fmla="*/ 166680 w 16524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39"/>
          <p:cNvSpPr/>
          <p:nvPr/>
        </p:nvSpPr>
        <p:spPr>
          <a:xfrm>
            <a:off x="6969240" y="1689120"/>
            <a:ext cx="1062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Backend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40"/>
          <p:cNvSpPr/>
          <p:nvPr/>
        </p:nvSpPr>
        <p:spPr>
          <a:xfrm>
            <a:off x="6969240" y="1943280"/>
            <a:ext cx="17164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Node.js + Express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41"/>
          <p:cNvSpPr/>
          <p:nvPr/>
        </p:nvSpPr>
        <p:spPr>
          <a:xfrm>
            <a:off x="6397560" y="243828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42"/>
          <p:cNvSpPr/>
          <p:nvPr/>
        </p:nvSpPr>
        <p:spPr>
          <a:xfrm>
            <a:off x="6490800" y="2502000"/>
            <a:ext cx="137520" cy="157320"/>
          </a:xfrm>
          <a:custGeom>
            <a:avLst/>
            <a:gdLst>
              <a:gd name="textAreaLeft" fmla="*/ 0 w 137520"/>
              <a:gd name="textAreaRight" fmla="*/ 138960 w 1375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38906" h="158750">
                <a:moveTo>
                  <a:pt x="69608" y="157510"/>
                </a:moveTo>
                <a:cubicBezTo>
                  <a:pt x="67531" y="157510"/>
                  <a:pt x="65422" y="156952"/>
                  <a:pt x="63593" y="155897"/>
                </a:cubicBezTo>
                <a:lnTo>
                  <a:pt x="44462" y="144580"/>
                </a:lnTo>
                <a:cubicBezTo>
                  <a:pt x="41610" y="142968"/>
                  <a:pt x="43005" y="142410"/>
                  <a:pt x="43935" y="142100"/>
                </a:cubicBezTo>
                <a:cubicBezTo>
                  <a:pt x="47749" y="140767"/>
                  <a:pt x="48524" y="140488"/>
                  <a:pt x="52586" y="138162"/>
                </a:cubicBezTo>
                <a:cubicBezTo>
                  <a:pt x="53020" y="137914"/>
                  <a:pt x="53578" y="138007"/>
                  <a:pt x="54012" y="138286"/>
                </a:cubicBezTo>
                <a:lnTo>
                  <a:pt x="68709" y="146999"/>
                </a:lnTo>
                <a:cubicBezTo>
                  <a:pt x="69236" y="147309"/>
                  <a:pt x="69980" y="147309"/>
                  <a:pt x="70476" y="146999"/>
                </a:cubicBezTo>
                <a:lnTo>
                  <a:pt x="127744" y="113947"/>
                </a:lnTo>
                <a:cubicBezTo>
                  <a:pt x="128271" y="113636"/>
                  <a:pt x="128612" y="113016"/>
                  <a:pt x="128612" y="112396"/>
                </a:cubicBezTo>
                <a:lnTo>
                  <a:pt x="128612" y="46292"/>
                </a:lnTo>
                <a:cubicBezTo>
                  <a:pt x="128612" y="45641"/>
                  <a:pt x="128271" y="45052"/>
                  <a:pt x="127713" y="44710"/>
                </a:cubicBezTo>
                <a:lnTo>
                  <a:pt x="70476" y="11689"/>
                </a:lnTo>
                <a:cubicBezTo>
                  <a:pt x="69949" y="11379"/>
                  <a:pt x="69236" y="11379"/>
                  <a:pt x="68709" y="11689"/>
                </a:cubicBezTo>
                <a:lnTo>
                  <a:pt x="11503" y="44741"/>
                </a:lnTo>
                <a:cubicBezTo>
                  <a:pt x="10945" y="45052"/>
                  <a:pt x="10604" y="45672"/>
                  <a:pt x="10604" y="46323"/>
                </a:cubicBezTo>
                <a:lnTo>
                  <a:pt x="10604" y="112396"/>
                </a:lnTo>
                <a:cubicBezTo>
                  <a:pt x="10604" y="113016"/>
                  <a:pt x="10945" y="113636"/>
                  <a:pt x="11503" y="113916"/>
                </a:cubicBezTo>
                <a:lnTo>
                  <a:pt x="27192" y="122969"/>
                </a:lnTo>
                <a:cubicBezTo>
                  <a:pt x="35719" y="127217"/>
                  <a:pt x="40928" y="122225"/>
                  <a:pt x="40928" y="117171"/>
                </a:cubicBezTo>
                <a:lnTo>
                  <a:pt x="40928" y="51935"/>
                </a:lnTo>
                <a:cubicBezTo>
                  <a:pt x="40928" y="51005"/>
                  <a:pt x="41672" y="50292"/>
                  <a:pt x="42602" y="50292"/>
                </a:cubicBezTo>
                <a:lnTo>
                  <a:pt x="49857" y="50292"/>
                </a:lnTo>
                <a:cubicBezTo>
                  <a:pt x="50757" y="50292"/>
                  <a:pt x="51532" y="51005"/>
                  <a:pt x="51532" y="51935"/>
                </a:cubicBezTo>
                <a:lnTo>
                  <a:pt x="51532" y="117202"/>
                </a:lnTo>
                <a:cubicBezTo>
                  <a:pt x="51532" y="128550"/>
                  <a:pt x="45331" y="135062"/>
                  <a:pt x="34572" y="135062"/>
                </a:cubicBezTo>
                <a:cubicBezTo>
                  <a:pt x="31254" y="135062"/>
                  <a:pt x="28649" y="135062"/>
                  <a:pt x="21394" y="131465"/>
                </a:cubicBezTo>
                <a:lnTo>
                  <a:pt x="6387" y="122814"/>
                </a:lnTo>
                <a:cubicBezTo>
                  <a:pt x="2667" y="120675"/>
                  <a:pt x="372" y="116675"/>
                  <a:pt x="372" y="112365"/>
                </a:cubicBezTo>
                <a:lnTo>
                  <a:pt x="372" y="46292"/>
                </a:lnTo>
                <a:cubicBezTo>
                  <a:pt x="372" y="42013"/>
                  <a:pt x="2667" y="37982"/>
                  <a:pt x="6387" y="35843"/>
                </a:cubicBezTo>
                <a:lnTo>
                  <a:pt x="63593" y="2791"/>
                </a:lnTo>
                <a:cubicBezTo>
                  <a:pt x="67221" y="744"/>
                  <a:pt x="72027" y="744"/>
                  <a:pt x="75623" y="2791"/>
                </a:cubicBezTo>
                <a:lnTo>
                  <a:pt x="132891" y="35874"/>
                </a:lnTo>
                <a:cubicBezTo>
                  <a:pt x="136612" y="38013"/>
                  <a:pt x="138906" y="42013"/>
                  <a:pt x="138906" y="46323"/>
                </a:cubicBezTo>
                <a:lnTo>
                  <a:pt x="138906" y="112396"/>
                </a:lnTo>
                <a:cubicBezTo>
                  <a:pt x="138906" y="116675"/>
                  <a:pt x="136612" y="120675"/>
                  <a:pt x="132891" y="122845"/>
                </a:cubicBezTo>
                <a:lnTo>
                  <a:pt x="75623" y="155897"/>
                </a:lnTo>
                <a:cubicBezTo>
                  <a:pt x="73794" y="156952"/>
                  <a:pt x="71717" y="157510"/>
                  <a:pt x="69608" y="157510"/>
                </a:cubicBezTo>
                <a:close/>
                <a:moveTo>
                  <a:pt x="115838" y="92366"/>
                </a:moveTo>
                <a:cubicBezTo>
                  <a:pt x="115838" y="79995"/>
                  <a:pt x="107466" y="76708"/>
                  <a:pt x="89886" y="74383"/>
                </a:cubicBezTo>
                <a:cubicBezTo>
                  <a:pt x="72089" y="72027"/>
                  <a:pt x="70290" y="70817"/>
                  <a:pt x="70290" y="66663"/>
                </a:cubicBezTo>
                <a:cubicBezTo>
                  <a:pt x="70290" y="63221"/>
                  <a:pt x="71810" y="58632"/>
                  <a:pt x="84987" y="58632"/>
                </a:cubicBezTo>
                <a:cubicBezTo>
                  <a:pt x="96738" y="58632"/>
                  <a:pt x="101079" y="61175"/>
                  <a:pt x="102877" y="69112"/>
                </a:cubicBezTo>
                <a:cubicBezTo>
                  <a:pt x="103032" y="69856"/>
                  <a:pt x="103715" y="70414"/>
                  <a:pt x="104490" y="70414"/>
                </a:cubicBezTo>
                <a:lnTo>
                  <a:pt x="111931" y="70414"/>
                </a:lnTo>
                <a:cubicBezTo>
                  <a:pt x="112396" y="70414"/>
                  <a:pt x="112830" y="70228"/>
                  <a:pt x="113140" y="69887"/>
                </a:cubicBezTo>
                <a:cubicBezTo>
                  <a:pt x="113450" y="69546"/>
                  <a:pt x="113605" y="69081"/>
                  <a:pt x="113574" y="68616"/>
                </a:cubicBezTo>
                <a:cubicBezTo>
                  <a:pt x="112427" y="54942"/>
                  <a:pt x="103343" y="48586"/>
                  <a:pt x="84987" y="48586"/>
                </a:cubicBezTo>
                <a:cubicBezTo>
                  <a:pt x="68647" y="48586"/>
                  <a:pt x="58911" y="55469"/>
                  <a:pt x="58911" y="67035"/>
                </a:cubicBezTo>
                <a:cubicBezTo>
                  <a:pt x="58911" y="79561"/>
                  <a:pt x="68616" y="83034"/>
                  <a:pt x="84274" y="84584"/>
                </a:cubicBezTo>
                <a:cubicBezTo>
                  <a:pt x="103032" y="86413"/>
                  <a:pt x="104490" y="89173"/>
                  <a:pt x="104490" y="92863"/>
                </a:cubicBezTo>
                <a:cubicBezTo>
                  <a:pt x="104490" y="99250"/>
                  <a:pt x="99343" y="101978"/>
                  <a:pt x="87281" y="101978"/>
                </a:cubicBezTo>
                <a:cubicBezTo>
                  <a:pt x="72120" y="101978"/>
                  <a:pt x="68802" y="98165"/>
                  <a:pt x="67686" y="90630"/>
                </a:cubicBezTo>
                <a:cubicBezTo>
                  <a:pt x="67562" y="89824"/>
                  <a:pt x="66880" y="89235"/>
                  <a:pt x="66042" y="89235"/>
                </a:cubicBezTo>
                <a:lnTo>
                  <a:pt x="58632" y="89235"/>
                </a:lnTo>
                <a:cubicBezTo>
                  <a:pt x="57702" y="89235"/>
                  <a:pt x="56989" y="89979"/>
                  <a:pt x="56989" y="90878"/>
                </a:cubicBezTo>
                <a:cubicBezTo>
                  <a:pt x="56989" y="100521"/>
                  <a:pt x="62229" y="112024"/>
                  <a:pt x="87312" y="112024"/>
                </a:cubicBezTo>
                <a:cubicBezTo>
                  <a:pt x="105420" y="111993"/>
                  <a:pt x="115838" y="104831"/>
                  <a:pt x="115838" y="92366"/>
                </a:cubicBezTo>
                <a:close/>
              </a:path>
            </a:pathLst>
          </a:custGeom>
          <a:solidFill>
            <a:srgbClr val="3399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43"/>
          <p:cNvSpPr/>
          <p:nvPr/>
        </p:nvSpPr>
        <p:spPr>
          <a:xfrm>
            <a:off x="6723000" y="2502000"/>
            <a:ext cx="42732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Express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44"/>
          <p:cNvSpPr/>
          <p:nvPr/>
        </p:nvSpPr>
        <p:spPr>
          <a:xfrm>
            <a:off x="9072720" y="243828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45"/>
          <p:cNvSpPr/>
          <p:nvPr/>
        </p:nvSpPr>
        <p:spPr>
          <a:xfrm>
            <a:off x="9155880" y="250200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46"/>
          <p:cNvSpPr/>
          <p:nvPr/>
        </p:nvSpPr>
        <p:spPr>
          <a:xfrm>
            <a:off x="9398160" y="2502000"/>
            <a:ext cx="17316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Joi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47"/>
          <p:cNvSpPr/>
          <p:nvPr/>
        </p:nvSpPr>
        <p:spPr>
          <a:xfrm>
            <a:off x="6397560" y="278748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48"/>
          <p:cNvSpPr/>
          <p:nvPr/>
        </p:nvSpPr>
        <p:spPr>
          <a:xfrm>
            <a:off x="6481080" y="285120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104180" y="109141"/>
                </a:moveTo>
                <a:cubicBezTo>
                  <a:pt x="134317" y="109141"/>
                  <a:pt x="158750" y="84708"/>
                  <a:pt x="158750" y="54570"/>
                </a:cubicBezTo>
                <a:cubicBezTo>
                  <a:pt x="158750" y="24433"/>
                  <a:pt x="134317" y="0"/>
                  <a:pt x="104180" y="0"/>
                </a:cubicBezTo>
                <a:cubicBezTo>
                  <a:pt x="74042" y="0"/>
                  <a:pt x="49609" y="24433"/>
                  <a:pt x="49609" y="54570"/>
                </a:cubicBezTo>
                <a:cubicBezTo>
                  <a:pt x="49609" y="60368"/>
                  <a:pt x="50509" y="65980"/>
                  <a:pt x="52183" y="71220"/>
                </a:cubicBezTo>
                <a:lnTo>
                  <a:pt x="2170" y="121233"/>
                </a:lnTo>
                <a:cubicBezTo>
                  <a:pt x="775" y="122628"/>
                  <a:pt x="0" y="124520"/>
                  <a:pt x="0" y="126504"/>
                </a:cubicBezTo>
                <a:lnTo>
                  <a:pt x="0" y="151309"/>
                </a:lnTo>
                <a:cubicBezTo>
                  <a:pt x="0" y="155432"/>
                  <a:pt x="3318" y="158750"/>
                  <a:pt x="7441" y="158750"/>
                </a:cubicBezTo>
                <a:lnTo>
                  <a:pt x="32246" y="158750"/>
                </a:lnTo>
                <a:cubicBezTo>
                  <a:pt x="36370" y="158750"/>
                  <a:pt x="39688" y="155432"/>
                  <a:pt x="39688" y="151309"/>
                </a:cubicBezTo>
                <a:lnTo>
                  <a:pt x="39688" y="138906"/>
                </a:lnTo>
                <a:lnTo>
                  <a:pt x="52090" y="138906"/>
                </a:lnTo>
                <a:cubicBezTo>
                  <a:pt x="56214" y="138906"/>
                  <a:pt x="59531" y="135589"/>
                  <a:pt x="59531" y="131465"/>
                </a:cubicBezTo>
                <a:lnTo>
                  <a:pt x="59531" y="119062"/>
                </a:lnTo>
                <a:lnTo>
                  <a:pt x="71934" y="119062"/>
                </a:lnTo>
                <a:cubicBezTo>
                  <a:pt x="73918" y="119062"/>
                  <a:pt x="75809" y="118287"/>
                  <a:pt x="77205" y="116892"/>
                </a:cubicBezTo>
                <a:lnTo>
                  <a:pt x="87530" y="106567"/>
                </a:lnTo>
                <a:cubicBezTo>
                  <a:pt x="92770" y="108241"/>
                  <a:pt x="98382" y="109141"/>
                  <a:pt x="104180" y="109141"/>
                </a:cubicBezTo>
                <a:close/>
                <a:moveTo>
                  <a:pt x="116582" y="29766"/>
                </a:moveTo>
                <a:cubicBezTo>
                  <a:pt x="123427" y="29766"/>
                  <a:pt x="128984" y="35323"/>
                  <a:pt x="128984" y="42168"/>
                </a:cubicBezTo>
                <a:cubicBezTo>
                  <a:pt x="128984" y="49013"/>
                  <a:pt x="123427" y="54570"/>
                  <a:pt x="116582" y="54570"/>
                </a:cubicBezTo>
                <a:cubicBezTo>
                  <a:pt x="109737" y="54570"/>
                  <a:pt x="104180" y="49013"/>
                  <a:pt x="104180" y="42168"/>
                </a:cubicBezTo>
                <a:cubicBezTo>
                  <a:pt x="104180" y="35323"/>
                  <a:pt x="109737" y="29766"/>
                  <a:pt x="116582" y="29766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49"/>
          <p:cNvSpPr/>
          <p:nvPr/>
        </p:nvSpPr>
        <p:spPr>
          <a:xfrm>
            <a:off x="6723000" y="2851200"/>
            <a:ext cx="2606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JWT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50"/>
          <p:cNvSpPr/>
          <p:nvPr/>
        </p:nvSpPr>
        <p:spPr>
          <a:xfrm>
            <a:off x="9072720" y="278748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51"/>
          <p:cNvSpPr/>
          <p:nvPr/>
        </p:nvSpPr>
        <p:spPr>
          <a:xfrm>
            <a:off x="9165960" y="2851200"/>
            <a:ext cx="137520" cy="157320"/>
          </a:xfrm>
          <a:custGeom>
            <a:avLst/>
            <a:gdLst>
              <a:gd name="textAreaLeft" fmla="*/ 0 w 137520"/>
              <a:gd name="textAreaRight" fmla="*/ 138960 w 1375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38906" h="158750">
                <a:moveTo>
                  <a:pt x="19844" y="49609"/>
                </a:moveTo>
                <a:lnTo>
                  <a:pt x="39688" y="49609"/>
                </a:lnTo>
                <a:lnTo>
                  <a:pt x="39688" y="29766"/>
                </a:lnTo>
                <a:lnTo>
                  <a:pt x="19844" y="29766"/>
                </a:lnTo>
                <a:lnTo>
                  <a:pt x="19844" y="49609"/>
                </a:lnTo>
                <a:close/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54570"/>
                </a:lnTo>
                <a:cubicBezTo>
                  <a:pt x="59531" y="62787"/>
                  <a:pt x="52865" y="69453"/>
                  <a:pt x="44648" y="69453"/>
                </a:cubicBez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  <a:moveTo>
                  <a:pt x="19844" y="128984"/>
                </a:moveTo>
                <a:lnTo>
                  <a:pt x="39688" y="128984"/>
                </a:lnTo>
                <a:lnTo>
                  <a:pt x="39688" y="109141"/>
                </a:lnTo>
                <a:lnTo>
                  <a:pt x="19844" y="109141"/>
                </a:lnTo>
                <a:lnTo>
                  <a:pt x="19844" y="128984"/>
                </a:lnTo>
                <a:close/>
                <a:moveTo>
                  <a:pt x="0" y="104180"/>
                </a:moveTo>
                <a:cubicBezTo>
                  <a:pt x="0" y="95963"/>
                  <a:pt x="6666" y="89297"/>
                  <a:pt x="14883" y="89297"/>
                </a:cubicBezTo>
                <a:lnTo>
                  <a:pt x="44648" y="89297"/>
                </a:lnTo>
                <a:cubicBezTo>
                  <a:pt x="52865" y="89297"/>
                  <a:pt x="59531" y="95963"/>
                  <a:pt x="59531" y="104180"/>
                </a:cubicBezTo>
                <a:lnTo>
                  <a:pt x="59531" y="133945"/>
                </a:lnTo>
                <a:cubicBezTo>
                  <a:pt x="59531" y="142162"/>
                  <a:pt x="52865" y="148828"/>
                  <a:pt x="44648" y="148828"/>
                </a:cubicBezTo>
                <a:lnTo>
                  <a:pt x="14883" y="148828"/>
                </a:lnTo>
                <a:cubicBezTo>
                  <a:pt x="6666" y="148828"/>
                  <a:pt x="0" y="142162"/>
                  <a:pt x="0" y="133945"/>
                </a:cubicBezTo>
                <a:lnTo>
                  <a:pt x="0" y="104180"/>
                </a:lnTo>
                <a:close/>
                <a:moveTo>
                  <a:pt x="99219" y="29766"/>
                </a:moveTo>
                <a:lnTo>
                  <a:pt x="99219" y="49609"/>
                </a:lnTo>
                <a:lnTo>
                  <a:pt x="119062" y="49609"/>
                </a:lnTo>
                <a:lnTo>
                  <a:pt x="119062" y="29766"/>
                </a:lnTo>
                <a:lnTo>
                  <a:pt x="99219" y="29766"/>
                </a:lnTo>
                <a:close/>
                <a:moveTo>
                  <a:pt x="94258" y="9922"/>
                </a:moveTo>
                <a:lnTo>
                  <a:pt x="124023" y="9922"/>
                </a:lnTo>
                <a:cubicBezTo>
                  <a:pt x="132240" y="9922"/>
                  <a:pt x="138906" y="16588"/>
                  <a:pt x="138906" y="24805"/>
                </a:cubicBezTo>
                <a:lnTo>
                  <a:pt x="138906" y="54570"/>
                </a:lnTo>
                <a:cubicBezTo>
                  <a:pt x="138906" y="62787"/>
                  <a:pt x="132240" y="69453"/>
                  <a:pt x="124023" y="69453"/>
                </a:cubicBezTo>
                <a:lnTo>
                  <a:pt x="94258" y="69453"/>
                </a:lnTo>
                <a:cubicBezTo>
                  <a:pt x="86041" y="69453"/>
                  <a:pt x="79375" y="62787"/>
                  <a:pt x="79375" y="54570"/>
                </a:cubicBezTo>
                <a:lnTo>
                  <a:pt x="79375" y="24805"/>
                </a:lnTo>
                <a:cubicBezTo>
                  <a:pt x="79375" y="16588"/>
                  <a:pt x="86041" y="9922"/>
                  <a:pt x="94258" y="9922"/>
                </a:cubicBezTo>
                <a:close/>
                <a:moveTo>
                  <a:pt x="89297" y="109141"/>
                </a:moveTo>
                <a:cubicBezTo>
                  <a:pt x="83821" y="109141"/>
                  <a:pt x="79375" y="104695"/>
                  <a:pt x="79375" y="99219"/>
                </a:cubicBezTo>
                <a:cubicBezTo>
                  <a:pt x="79375" y="93743"/>
                  <a:pt x="83821" y="89297"/>
                  <a:pt x="89297" y="89297"/>
                </a:cubicBezTo>
                <a:cubicBezTo>
                  <a:pt x="94773" y="89297"/>
                  <a:pt x="99219" y="93743"/>
                  <a:pt x="99219" y="99219"/>
                </a:cubicBezTo>
                <a:cubicBezTo>
                  <a:pt x="99219" y="104695"/>
                  <a:pt x="94773" y="109141"/>
                  <a:pt x="89297" y="109141"/>
                </a:cubicBezTo>
                <a:close/>
                <a:moveTo>
                  <a:pt x="89297" y="128984"/>
                </a:moveTo>
                <a:cubicBezTo>
                  <a:pt x="94785" y="128984"/>
                  <a:pt x="99219" y="133418"/>
                  <a:pt x="99219" y="138906"/>
                </a:cubicBezTo>
                <a:cubicBezTo>
                  <a:pt x="99219" y="144394"/>
                  <a:pt x="94785" y="148828"/>
                  <a:pt x="89297" y="148828"/>
                </a:cubicBezTo>
                <a:cubicBezTo>
                  <a:pt x="83809" y="148828"/>
                  <a:pt x="79375" y="144394"/>
                  <a:pt x="79375" y="138906"/>
                </a:cubicBezTo>
                <a:cubicBezTo>
                  <a:pt x="79375" y="133418"/>
                  <a:pt x="83809" y="128984"/>
                  <a:pt x="89297" y="128984"/>
                </a:cubicBezTo>
                <a:close/>
                <a:moveTo>
                  <a:pt x="119062" y="138906"/>
                </a:moveTo>
                <a:cubicBezTo>
                  <a:pt x="119062" y="133418"/>
                  <a:pt x="123496" y="128984"/>
                  <a:pt x="128984" y="128984"/>
                </a:cubicBezTo>
                <a:cubicBezTo>
                  <a:pt x="134472" y="128984"/>
                  <a:pt x="138906" y="133418"/>
                  <a:pt x="138906" y="138906"/>
                </a:cubicBezTo>
                <a:cubicBezTo>
                  <a:pt x="138906" y="144394"/>
                  <a:pt x="134472" y="148828"/>
                  <a:pt x="128984" y="148828"/>
                </a:cubicBezTo>
                <a:cubicBezTo>
                  <a:pt x="123496" y="148828"/>
                  <a:pt x="119062" y="144394"/>
                  <a:pt x="119062" y="138906"/>
                </a:cubicBezTo>
                <a:close/>
                <a:moveTo>
                  <a:pt x="128984" y="109141"/>
                </a:moveTo>
                <a:cubicBezTo>
                  <a:pt x="123508" y="109141"/>
                  <a:pt x="119062" y="104695"/>
                  <a:pt x="119062" y="99219"/>
                </a:cubicBezTo>
                <a:cubicBezTo>
                  <a:pt x="119062" y="93743"/>
                  <a:pt x="123508" y="89297"/>
                  <a:pt x="128984" y="89297"/>
                </a:cubicBezTo>
                <a:cubicBezTo>
                  <a:pt x="134460" y="89297"/>
                  <a:pt x="138906" y="93743"/>
                  <a:pt x="138906" y="99219"/>
                </a:cubicBezTo>
                <a:cubicBezTo>
                  <a:pt x="138906" y="104695"/>
                  <a:pt x="134460" y="109141"/>
                  <a:pt x="128984" y="109141"/>
                </a:cubicBezTo>
                <a:close/>
                <a:moveTo>
                  <a:pt x="119062" y="119062"/>
                </a:moveTo>
                <a:cubicBezTo>
                  <a:pt x="119062" y="124539"/>
                  <a:pt x="114617" y="128984"/>
                  <a:pt x="109141" y="128984"/>
                </a:cubicBezTo>
                <a:cubicBezTo>
                  <a:pt x="103665" y="128984"/>
                  <a:pt x="99219" y="124539"/>
                  <a:pt x="99219" y="119062"/>
                </a:cubicBezTo>
                <a:cubicBezTo>
                  <a:pt x="99219" y="113586"/>
                  <a:pt x="103665" y="109141"/>
                  <a:pt x="109141" y="109141"/>
                </a:cubicBezTo>
                <a:cubicBezTo>
                  <a:pt x="114617" y="109141"/>
                  <a:pt x="119062" y="113586"/>
                  <a:pt x="119062" y="119062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52"/>
          <p:cNvSpPr/>
          <p:nvPr/>
        </p:nvSpPr>
        <p:spPr>
          <a:xfrm>
            <a:off x="9398160" y="2851200"/>
            <a:ext cx="4590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QRCode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53"/>
          <p:cNvSpPr/>
          <p:nvPr/>
        </p:nvSpPr>
        <p:spPr>
          <a:xfrm>
            <a:off x="6397560" y="313704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54"/>
          <p:cNvSpPr/>
          <p:nvPr/>
        </p:nvSpPr>
        <p:spPr>
          <a:xfrm>
            <a:off x="6471000" y="3200400"/>
            <a:ext cx="177120" cy="157320"/>
          </a:xfrm>
          <a:custGeom>
            <a:avLst/>
            <a:gdLst>
              <a:gd name="textAreaLeft" fmla="*/ 0 w 177120"/>
              <a:gd name="textAreaRight" fmla="*/ 178560 w 1771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78594" h="158750">
                <a:moveTo>
                  <a:pt x="29766" y="0"/>
                </a:moveTo>
                <a:cubicBezTo>
                  <a:pt x="18821" y="0"/>
                  <a:pt x="9922" y="8899"/>
                  <a:pt x="9922" y="19844"/>
                </a:cubicBezTo>
                <a:lnTo>
                  <a:pt x="9922" y="138906"/>
                </a:lnTo>
                <a:cubicBezTo>
                  <a:pt x="9922" y="149851"/>
                  <a:pt x="18821" y="158750"/>
                  <a:pt x="29766" y="158750"/>
                </a:cubicBezTo>
                <a:lnTo>
                  <a:pt x="54570" y="158750"/>
                </a:lnTo>
                <a:lnTo>
                  <a:pt x="54570" y="124023"/>
                </a:lnTo>
                <a:cubicBezTo>
                  <a:pt x="54570" y="113078"/>
                  <a:pt x="63469" y="104180"/>
                  <a:pt x="74414" y="104180"/>
                </a:cubicBezTo>
                <a:lnTo>
                  <a:pt x="128984" y="104180"/>
                </a:lnTo>
                <a:lnTo>
                  <a:pt x="128984" y="52865"/>
                </a:lnTo>
                <a:cubicBezTo>
                  <a:pt x="128984" y="47594"/>
                  <a:pt x="126907" y="42540"/>
                  <a:pt x="123186" y="38819"/>
                </a:cubicBezTo>
                <a:lnTo>
                  <a:pt x="90134" y="5798"/>
                </a:lnTo>
                <a:cubicBezTo>
                  <a:pt x="86413" y="2077"/>
                  <a:pt x="81390" y="0"/>
                  <a:pt x="76119" y="0"/>
                </a:cubicBezTo>
                <a:lnTo>
                  <a:pt x="29766" y="0"/>
                </a:lnTo>
                <a:close/>
                <a:moveTo>
                  <a:pt x="110846" y="54570"/>
                </a:moveTo>
                <a:lnTo>
                  <a:pt x="81855" y="54570"/>
                </a:lnTo>
                <a:cubicBezTo>
                  <a:pt x="77732" y="54570"/>
                  <a:pt x="74414" y="51253"/>
                  <a:pt x="74414" y="47129"/>
                </a:cubicBezTo>
                <a:lnTo>
                  <a:pt x="74414" y="18138"/>
                </a:lnTo>
                <a:lnTo>
                  <a:pt x="110846" y="54570"/>
                </a:lnTo>
                <a:close/>
                <a:moveTo>
                  <a:pt x="74414" y="117822"/>
                </a:moveTo>
                <a:cubicBezTo>
                  <a:pt x="71003" y="117822"/>
                  <a:pt x="68213" y="120613"/>
                  <a:pt x="68213" y="124023"/>
                </a:cubicBezTo>
                <a:lnTo>
                  <a:pt x="68213" y="163711"/>
                </a:lnTo>
                <a:cubicBezTo>
                  <a:pt x="68213" y="167122"/>
                  <a:pt x="71003" y="169912"/>
                  <a:pt x="74414" y="169912"/>
                </a:cubicBezTo>
                <a:cubicBezTo>
                  <a:pt x="77825" y="169912"/>
                  <a:pt x="80615" y="167122"/>
                  <a:pt x="80615" y="163711"/>
                </a:cubicBezTo>
                <a:lnTo>
                  <a:pt x="80615" y="155029"/>
                </a:lnTo>
                <a:lnTo>
                  <a:pt x="84336" y="155029"/>
                </a:lnTo>
                <a:cubicBezTo>
                  <a:pt x="94599" y="155029"/>
                  <a:pt x="102939" y="146689"/>
                  <a:pt x="102939" y="136426"/>
                </a:cubicBezTo>
                <a:cubicBezTo>
                  <a:pt x="102939" y="126163"/>
                  <a:pt x="94599" y="117822"/>
                  <a:pt x="84336" y="117822"/>
                </a:cubicBezTo>
                <a:lnTo>
                  <a:pt x="74414" y="117822"/>
                </a:lnTo>
                <a:close/>
                <a:moveTo>
                  <a:pt x="84336" y="142627"/>
                </a:moveTo>
                <a:lnTo>
                  <a:pt x="80615" y="142627"/>
                </a:lnTo>
                <a:lnTo>
                  <a:pt x="80615" y="130225"/>
                </a:lnTo>
                <a:lnTo>
                  <a:pt x="84336" y="130225"/>
                </a:lnTo>
                <a:cubicBezTo>
                  <a:pt x="87747" y="130225"/>
                  <a:pt x="90537" y="133015"/>
                  <a:pt x="90537" y="136426"/>
                </a:cubicBezTo>
                <a:cubicBezTo>
                  <a:pt x="90537" y="139836"/>
                  <a:pt x="87747" y="142627"/>
                  <a:pt x="84336" y="142627"/>
                </a:cubicBezTo>
                <a:close/>
                <a:moveTo>
                  <a:pt x="114102" y="117822"/>
                </a:moveTo>
                <a:cubicBezTo>
                  <a:pt x="110691" y="117822"/>
                  <a:pt x="107900" y="120613"/>
                  <a:pt x="107900" y="124023"/>
                </a:cubicBezTo>
                <a:lnTo>
                  <a:pt x="107900" y="163711"/>
                </a:lnTo>
                <a:cubicBezTo>
                  <a:pt x="107900" y="167122"/>
                  <a:pt x="110691" y="169912"/>
                  <a:pt x="114102" y="169912"/>
                </a:cubicBezTo>
                <a:lnTo>
                  <a:pt x="124023" y="169912"/>
                </a:lnTo>
                <a:cubicBezTo>
                  <a:pt x="132922" y="169912"/>
                  <a:pt x="140146" y="162688"/>
                  <a:pt x="140146" y="153789"/>
                </a:cubicBezTo>
                <a:lnTo>
                  <a:pt x="140146" y="133945"/>
                </a:lnTo>
                <a:cubicBezTo>
                  <a:pt x="140146" y="125047"/>
                  <a:pt x="132922" y="117822"/>
                  <a:pt x="124023" y="117822"/>
                </a:cubicBezTo>
                <a:lnTo>
                  <a:pt x="114102" y="117822"/>
                </a:lnTo>
                <a:close/>
                <a:moveTo>
                  <a:pt x="120303" y="157510"/>
                </a:moveTo>
                <a:lnTo>
                  <a:pt x="120303" y="130225"/>
                </a:lnTo>
                <a:lnTo>
                  <a:pt x="124023" y="130225"/>
                </a:lnTo>
                <a:cubicBezTo>
                  <a:pt x="126070" y="130225"/>
                  <a:pt x="127744" y="131899"/>
                  <a:pt x="127744" y="133945"/>
                </a:cubicBezTo>
                <a:lnTo>
                  <a:pt x="127744" y="153789"/>
                </a:lnTo>
                <a:cubicBezTo>
                  <a:pt x="127744" y="155835"/>
                  <a:pt x="126070" y="157510"/>
                  <a:pt x="124023" y="157510"/>
                </a:cubicBezTo>
                <a:lnTo>
                  <a:pt x="120303" y="157510"/>
                </a:lnTo>
                <a:close/>
                <a:moveTo>
                  <a:pt x="147588" y="124023"/>
                </a:moveTo>
                <a:lnTo>
                  <a:pt x="147588" y="163711"/>
                </a:lnTo>
                <a:cubicBezTo>
                  <a:pt x="147588" y="167122"/>
                  <a:pt x="150378" y="169912"/>
                  <a:pt x="153789" y="169912"/>
                </a:cubicBezTo>
                <a:cubicBezTo>
                  <a:pt x="157200" y="169912"/>
                  <a:pt x="159990" y="167122"/>
                  <a:pt x="159990" y="163711"/>
                </a:cubicBezTo>
                <a:lnTo>
                  <a:pt x="159990" y="150068"/>
                </a:lnTo>
                <a:lnTo>
                  <a:pt x="168672" y="150068"/>
                </a:lnTo>
                <a:cubicBezTo>
                  <a:pt x="172083" y="150068"/>
                  <a:pt x="174873" y="147278"/>
                  <a:pt x="174873" y="143867"/>
                </a:cubicBezTo>
                <a:cubicBezTo>
                  <a:pt x="174873" y="140457"/>
                  <a:pt x="172083" y="137666"/>
                  <a:pt x="168672" y="137666"/>
                </a:cubicBezTo>
                <a:lnTo>
                  <a:pt x="159990" y="137666"/>
                </a:lnTo>
                <a:lnTo>
                  <a:pt x="159990" y="130225"/>
                </a:lnTo>
                <a:lnTo>
                  <a:pt x="168672" y="130225"/>
                </a:lnTo>
                <a:cubicBezTo>
                  <a:pt x="172083" y="130225"/>
                  <a:pt x="174873" y="127434"/>
                  <a:pt x="174873" y="124023"/>
                </a:cubicBezTo>
                <a:cubicBezTo>
                  <a:pt x="174873" y="120613"/>
                  <a:pt x="172083" y="117822"/>
                  <a:pt x="168672" y="117822"/>
                </a:cubicBezTo>
                <a:lnTo>
                  <a:pt x="153789" y="117822"/>
                </a:lnTo>
                <a:cubicBezTo>
                  <a:pt x="150378" y="117822"/>
                  <a:pt x="147588" y="120613"/>
                  <a:pt x="147588" y="124023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55"/>
          <p:cNvSpPr/>
          <p:nvPr/>
        </p:nvSpPr>
        <p:spPr>
          <a:xfrm>
            <a:off x="6723000" y="3200400"/>
            <a:ext cx="37152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PDFKit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56"/>
          <p:cNvSpPr/>
          <p:nvPr/>
        </p:nvSpPr>
        <p:spPr>
          <a:xfrm>
            <a:off x="9072720" y="313704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57"/>
          <p:cNvSpPr/>
          <p:nvPr/>
        </p:nvSpPr>
        <p:spPr>
          <a:xfrm>
            <a:off x="9155880" y="320040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14883" y="19844"/>
                </a:moveTo>
                <a:cubicBezTo>
                  <a:pt x="6666" y="19844"/>
                  <a:pt x="0" y="26510"/>
                  <a:pt x="0" y="34727"/>
                </a:cubicBezTo>
                <a:cubicBezTo>
                  <a:pt x="0" y="39408"/>
                  <a:pt x="2201" y="43811"/>
                  <a:pt x="5953" y="46633"/>
                </a:cubicBezTo>
                <a:lnTo>
                  <a:pt x="70445" y="95002"/>
                </a:lnTo>
                <a:cubicBezTo>
                  <a:pt x="75747" y="98971"/>
                  <a:pt x="83003" y="98971"/>
                  <a:pt x="88305" y="95002"/>
                </a:cubicBezTo>
                <a:lnTo>
                  <a:pt x="152797" y="46633"/>
                </a:lnTo>
                <a:cubicBezTo>
                  <a:pt x="156549" y="43811"/>
                  <a:pt x="158750" y="39408"/>
                  <a:pt x="158750" y="34727"/>
                </a:cubicBezTo>
                <a:cubicBezTo>
                  <a:pt x="158750" y="26510"/>
                  <a:pt x="152084" y="19844"/>
                  <a:pt x="143867" y="19844"/>
                </a:cubicBezTo>
                <a:lnTo>
                  <a:pt x="14883" y="19844"/>
                </a:lnTo>
                <a:close/>
                <a:moveTo>
                  <a:pt x="0" y="60771"/>
                </a:moveTo>
                <a:lnTo>
                  <a:pt x="0" y="119062"/>
                </a:lnTo>
                <a:cubicBezTo>
                  <a:pt x="0" y="130008"/>
                  <a:pt x="8899" y="138906"/>
                  <a:pt x="19844" y="138906"/>
                </a:cubicBezTo>
                <a:lnTo>
                  <a:pt x="138906" y="138906"/>
                </a:lnTo>
                <a:cubicBezTo>
                  <a:pt x="149851" y="138906"/>
                  <a:pt x="158750" y="130008"/>
                  <a:pt x="158750" y="119062"/>
                </a:cubicBezTo>
                <a:lnTo>
                  <a:pt x="158750" y="60771"/>
                </a:lnTo>
                <a:lnTo>
                  <a:pt x="97234" y="106908"/>
                </a:lnTo>
                <a:cubicBezTo>
                  <a:pt x="86661" y="114846"/>
                  <a:pt x="72089" y="114846"/>
                  <a:pt x="61516" y="106908"/>
                </a:cubicBezTo>
                <a:lnTo>
                  <a:pt x="0" y="60771"/>
                </a:lnTo>
                <a:close/>
              </a:path>
            </a:pathLst>
          </a:cu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58"/>
          <p:cNvSpPr/>
          <p:nvPr/>
        </p:nvSpPr>
        <p:spPr>
          <a:xfrm>
            <a:off x="9398160" y="3200400"/>
            <a:ext cx="111636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Nodemailer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59"/>
          <p:cNvSpPr/>
          <p:nvPr/>
        </p:nvSpPr>
        <p:spPr>
          <a:xfrm>
            <a:off x="6270480" y="4054320"/>
            <a:ext cx="5602320" cy="1982880"/>
          </a:xfrm>
          <a:custGeom>
            <a:avLst/>
            <a:gdLst>
              <a:gd name="textAreaLeft" fmla="*/ 0 w 5602320"/>
              <a:gd name="textAreaRight" fmla="*/ 5603760 w 5602320"/>
              <a:gd name="textAreaTop" fmla="*/ 0 h 1982880"/>
              <a:gd name="textAreaBottom" fmla="*/ 1984320 h 1982880"/>
            </a:gdLst>
            <a:ahLst/>
            <a:rect l="textAreaLeft" t="textAreaTop" r="textAreaRight" b="textAreaBottom"/>
            <a:pathLst>
              <a:path w="5603875" h="1984375">
                <a:moveTo>
                  <a:pt x="31307" y="0"/>
                </a:moveTo>
                <a:lnTo>
                  <a:pt x="5478649" y="0"/>
                </a:lnTo>
                <a:cubicBezTo>
                  <a:pt x="5547763" y="0"/>
                  <a:pt x="5603875" y="56907"/>
                  <a:pt x="5603875" y="127000"/>
                </a:cubicBezTo>
                <a:lnTo>
                  <a:pt x="5603875" y="1857375"/>
                </a:lnTo>
                <a:cubicBezTo>
                  <a:pt x="5603875" y="1927468"/>
                  <a:pt x="5547763" y="1984375"/>
                  <a:pt x="5478649" y="1984375"/>
                </a:cubicBezTo>
                <a:lnTo>
                  <a:pt x="31307" y="1984375"/>
                </a:lnTo>
                <a:cubicBezTo>
                  <a:pt x="14028" y="1984375"/>
                  <a:pt x="0" y="1970148"/>
                  <a:pt x="0" y="1952625"/>
                </a:cubicBezTo>
                <a:lnTo>
                  <a:pt x="0" y="31750"/>
                </a:lnTo>
                <a:cubicBezTo>
                  <a:pt x="0" y="14227"/>
                  <a:pt x="14028" y="0"/>
                  <a:pt x="3130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98360" dir="5400000" dist="1587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60"/>
          <p:cNvSpPr/>
          <p:nvPr/>
        </p:nvSpPr>
        <p:spPr>
          <a:xfrm>
            <a:off x="6222960" y="4054320"/>
            <a:ext cx="30240" cy="1982880"/>
          </a:xfrm>
          <a:custGeom>
            <a:avLst/>
            <a:gdLst>
              <a:gd name="textAreaLeft" fmla="*/ 0 w 30240"/>
              <a:gd name="textAreaRight" fmla="*/ 31680 w 30240"/>
              <a:gd name="textAreaTop" fmla="*/ 0 h 1982880"/>
              <a:gd name="textAreaBottom" fmla="*/ 1984320 h 1982880"/>
            </a:gdLst>
            <a:ahLst/>
            <a:rect l="textAreaLeft" t="textAreaTop" r="textAreaRight" b="textAreaBottom"/>
            <a:pathLst>
              <a:path w="31750" h="1984375">
                <a:moveTo>
                  <a:pt x="31750" y="0"/>
                </a:moveTo>
                <a:lnTo>
                  <a:pt x="31750" y="0"/>
                </a:lnTo>
                <a:lnTo>
                  <a:pt x="31750" y="1984375"/>
                </a:lnTo>
                <a:lnTo>
                  <a:pt x="31750" y="1984375"/>
                </a:lnTo>
                <a:cubicBezTo>
                  <a:pt x="14227" y="1984375"/>
                  <a:pt x="0" y="1970148"/>
                  <a:pt x="0" y="1952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61"/>
          <p:cNvSpPr/>
          <p:nvPr/>
        </p:nvSpPr>
        <p:spPr>
          <a:xfrm>
            <a:off x="6397560" y="4238640"/>
            <a:ext cx="443160" cy="443160"/>
          </a:xfrm>
          <a:custGeom>
            <a:avLst/>
            <a:gdLst>
              <a:gd name="textAreaLeft" fmla="*/ 0 w 443160"/>
              <a:gd name="textAreaRight" fmla="*/ 444600 w 443160"/>
              <a:gd name="textAreaTop" fmla="*/ 0 h 443160"/>
              <a:gd name="textAreaBottom" fmla="*/ 444600 h 443160"/>
            </a:gdLst>
            <a:ahLst/>
            <a:rect l="textAreaLeft" t="textAreaTop" r="textAreaRight" b="textAreaBottom"/>
            <a:pathLst>
              <a:path w="444500" h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19160" dir="5400000" dist="79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62"/>
          <p:cNvSpPr/>
          <p:nvPr/>
        </p:nvSpPr>
        <p:spPr>
          <a:xfrm>
            <a:off x="6536520" y="4365720"/>
            <a:ext cx="165240" cy="189000"/>
          </a:xfrm>
          <a:custGeom>
            <a:avLst/>
            <a:gdLst>
              <a:gd name="textAreaLeft" fmla="*/ 0 w 165240"/>
              <a:gd name="textAreaRight" fmla="*/ 166680 w 16524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63"/>
          <p:cNvSpPr/>
          <p:nvPr/>
        </p:nvSpPr>
        <p:spPr>
          <a:xfrm>
            <a:off x="6969240" y="4238640"/>
            <a:ext cx="115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Database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64"/>
          <p:cNvSpPr/>
          <p:nvPr/>
        </p:nvSpPr>
        <p:spPr>
          <a:xfrm>
            <a:off x="6969240" y="4492800"/>
            <a:ext cx="14878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PostgreSQL + Redis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65"/>
          <p:cNvSpPr/>
          <p:nvPr/>
        </p:nvSpPr>
        <p:spPr>
          <a:xfrm>
            <a:off x="6397560" y="497520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66"/>
          <p:cNvSpPr/>
          <p:nvPr/>
        </p:nvSpPr>
        <p:spPr>
          <a:xfrm>
            <a:off x="6490800" y="5038560"/>
            <a:ext cx="137520" cy="157320"/>
          </a:xfrm>
          <a:custGeom>
            <a:avLst/>
            <a:gdLst>
              <a:gd name="textAreaLeft" fmla="*/ 0 w 137520"/>
              <a:gd name="textAreaRight" fmla="*/ 138960 w 1375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3367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67"/>
          <p:cNvSpPr/>
          <p:nvPr/>
        </p:nvSpPr>
        <p:spPr>
          <a:xfrm>
            <a:off x="6723000" y="5038560"/>
            <a:ext cx="104832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PostgreSQL 15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68"/>
          <p:cNvSpPr/>
          <p:nvPr/>
        </p:nvSpPr>
        <p:spPr>
          <a:xfrm>
            <a:off x="9072720" y="497520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69"/>
          <p:cNvSpPr/>
          <p:nvPr/>
        </p:nvSpPr>
        <p:spPr>
          <a:xfrm>
            <a:off x="9165960" y="5038560"/>
            <a:ext cx="137520" cy="157320"/>
          </a:xfrm>
          <a:custGeom>
            <a:avLst/>
            <a:gdLst>
              <a:gd name="textAreaLeft" fmla="*/ 0 w 137520"/>
              <a:gd name="textAreaRight" fmla="*/ 138960 w 1375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38906" h="15875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dc38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70"/>
          <p:cNvSpPr/>
          <p:nvPr/>
        </p:nvSpPr>
        <p:spPr>
          <a:xfrm>
            <a:off x="9398160" y="5038560"/>
            <a:ext cx="39528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Redis 7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71"/>
          <p:cNvSpPr/>
          <p:nvPr/>
        </p:nvSpPr>
        <p:spPr>
          <a:xfrm>
            <a:off x="6397560" y="532440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72"/>
          <p:cNvSpPr/>
          <p:nvPr/>
        </p:nvSpPr>
        <p:spPr>
          <a:xfrm>
            <a:off x="6471000" y="5388120"/>
            <a:ext cx="177120" cy="157320"/>
          </a:xfrm>
          <a:custGeom>
            <a:avLst/>
            <a:gdLst>
              <a:gd name="textAreaLeft" fmla="*/ 0 w 177120"/>
              <a:gd name="textAreaRight" fmla="*/ 178560 w 1771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73"/>
          <p:cNvSpPr/>
          <p:nvPr/>
        </p:nvSpPr>
        <p:spPr>
          <a:xfrm>
            <a:off x="6723000" y="5388120"/>
            <a:ext cx="81972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pg-promise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74"/>
          <p:cNvSpPr/>
          <p:nvPr/>
        </p:nvSpPr>
        <p:spPr>
          <a:xfrm>
            <a:off x="9072720" y="5324400"/>
            <a:ext cx="2610000" cy="284400"/>
          </a:xfrm>
          <a:custGeom>
            <a:avLst/>
            <a:gdLst>
              <a:gd name="textAreaLeft" fmla="*/ 0 w 2610000"/>
              <a:gd name="textAreaRight" fmla="*/ 2611440 w 26100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611438" h="285750">
                <a:moveTo>
                  <a:pt x="63499" y="0"/>
                </a:moveTo>
                <a:lnTo>
                  <a:pt x="2547938" y="0"/>
                </a:lnTo>
                <a:cubicBezTo>
                  <a:pt x="2583008" y="0"/>
                  <a:pt x="2611438" y="28430"/>
                  <a:pt x="2611438" y="63499"/>
                </a:cubicBezTo>
                <a:lnTo>
                  <a:pt x="2611438" y="222251"/>
                </a:lnTo>
                <a:cubicBezTo>
                  <a:pt x="2611438" y="257320"/>
                  <a:pt x="2583008" y="285750"/>
                  <a:pt x="2547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75"/>
          <p:cNvSpPr/>
          <p:nvPr/>
        </p:nvSpPr>
        <p:spPr>
          <a:xfrm>
            <a:off x="9155880" y="538812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76"/>
          <p:cNvSpPr/>
          <p:nvPr/>
        </p:nvSpPr>
        <p:spPr>
          <a:xfrm>
            <a:off x="9398160" y="5388120"/>
            <a:ext cx="3794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ioredis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77"/>
          <p:cNvSpPr/>
          <p:nvPr/>
        </p:nvSpPr>
        <p:spPr>
          <a:xfrm>
            <a:off x="317520" y="4403880"/>
            <a:ext cx="5681880" cy="1586160"/>
          </a:xfrm>
          <a:custGeom>
            <a:avLst/>
            <a:gdLst>
              <a:gd name="textAreaLeft" fmla="*/ 0 w 5681880"/>
              <a:gd name="textAreaRight" fmla="*/ 5683320 w 5681880"/>
              <a:gd name="textAreaTop" fmla="*/ 0 h 1586160"/>
              <a:gd name="textAreaBottom" fmla="*/ 1587600 h 1586160"/>
            </a:gdLst>
            <a:ahLst/>
            <a:rect l="textAreaLeft" t="textAreaTop" r="textAreaRight" b="textAreaBottom"/>
            <a:pathLst>
              <a:path w="5683250" h="1587500">
                <a:moveTo>
                  <a:pt x="31750" y="0"/>
                </a:moveTo>
                <a:lnTo>
                  <a:pt x="5556250" y="0"/>
                </a:lnTo>
                <a:cubicBezTo>
                  <a:pt x="5626343" y="0"/>
                  <a:pt x="5683250" y="56907"/>
                  <a:pt x="5683250" y="127000"/>
                </a:cubicBezTo>
                <a:lnTo>
                  <a:pt x="5683250" y="1460500"/>
                </a:lnTo>
                <a:cubicBezTo>
                  <a:pt x="5683250" y="1530593"/>
                  <a:pt x="5626343" y="1587500"/>
                  <a:pt x="5556250" y="1587500"/>
                </a:cubicBez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98360" dir="5400000" dist="1587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78"/>
          <p:cNvSpPr/>
          <p:nvPr/>
        </p:nvSpPr>
        <p:spPr>
          <a:xfrm>
            <a:off x="317520" y="4403880"/>
            <a:ext cx="30240" cy="1586160"/>
          </a:xfrm>
          <a:custGeom>
            <a:avLst/>
            <a:gdLst>
              <a:gd name="textAreaLeft" fmla="*/ 0 w 30240"/>
              <a:gd name="textAreaRight" fmla="*/ 31680 w 30240"/>
              <a:gd name="textAreaTop" fmla="*/ 0 h 1586160"/>
              <a:gd name="textAreaBottom" fmla="*/ 1587600 h 1586160"/>
            </a:gdLst>
            <a:ahLst/>
            <a:rect l="textAreaLeft" t="textAreaTop" r="textAreaRight" b="textAreaBottom"/>
            <a:pathLst>
              <a:path w="31750" h="1587500">
                <a:moveTo>
                  <a:pt x="31750" y="0"/>
                </a:moveTo>
                <a:lnTo>
                  <a:pt x="31750" y="0"/>
                </a:lnTo>
                <a:lnTo>
                  <a:pt x="31750" y="1587500"/>
                </a:ln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79"/>
          <p:cNvSpPr/>
          <p:nvPr/>
        </p:nvSpPr>
        <p:spPr>
          <a:xfrm>
            <a:off x="523800" y="4594320"/>
            <a:ext cx="443160" cy="443160"/>
          </a:xfrm>
          <a:custGeom>
            <a:avLst/>
            <a:gdLst>
              <a:gd name="textAreaLeft" fmla="*/ 0 w 443160"/>
              <a:gd name="textAreaRight" fmla="*/ 444600 w 443160"/>
              <a:gd name="textAreaTop" fmla="*/ 0 h 443160"/>
              <a:gd name="textAreaBottom" fmla="*/ 444600 h 443160"/>
            </a:gdLst>
            <a:ahLst/>
            <a:rect l="textAreaLeft" t="textAreaTop" r="textAreaRight" b="textAreaBottom"/>
            <a:pathLst>
              <a:path w="444500" h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rotWithShape="0">
            <a:gsLst>
              <a:gs pos="0">
                <a:srgbClr val="f59e0b"/>
              </a:gs>
              <a:gs pos="100000">
                <a:srgbClr val="f59e0b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19160" dir="5400000" dist="79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80"/>
          <p:cNvSpPr/>
          <p:nvPr/>
        </p:nvSpPr>
        <p:spPr>
          <a:xfrm>
            <a:off x="627120" y="4721400"/>
            <a:ext cx="236520" cy="189000"/>
          </a:xfrm>
          <a:custGeom>
            <a:avLst/>
            <a:gdLst>
              <a:gd name="textAreaLeft" fmla="*/ 0 w 236520"/>
              <a:gd name="textAreaRight" fmla="*/ 237960 w 23652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81"/>
          <p:cNvSpPr/>
          <p:nvPr/>
        </p:nvSpPr>
        <p:spPr>
          <a:xfrm>
            <a:off x="1095480" y="4594320"/>
            <a:ext cx="93528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DevOps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82"/>
          <p:cNvSpPr/>
          <p:nvPr/>
        </p:nvSpPr>
        <p:spPr>
          <a:xfrm>
            <a:off x="1095480" y="4848120"/>
            <a:ext cx="14180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Docker + Nginx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83"/>
          <p:cNvSpPr/>
          <p:nvPr/>
        </p:nvSpPr>
        <p:spPr>
          <a:xfrm>
            <a:off x="523800" y="5165640"/>
            <a:ext cx="1721160" cy="284400"/>
          </a:xfrm>
          <a:custGeom>
            <a:avLst/>
            <a:gdLst>
              <a:gd name="textAreaLeft" fmla="*/ 0 w 1721160"/>
              <a:gd name="textAreaRight" fmla="*/ 1722600 w 17211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1722438" h="285750">
                <a:moveTo>
                  <a:pt x="63499" y="0"/>
                </a:moveTo>
                <a:lnTo>
                  <a:pt x="1658938" y="0"/>
                </a:lnTo>
                <a:cubicBezTo>
                  <a:pt x="1694008" y="0"/>
                  <a:pt x="1722438" y="28430"/>
                  <a:pt x="1722438" y="63499"/>
                </a:cubicBezTo>
                <a:lnTo>
                  <a:pt x="1722438" y="222251"/>
                </a:lnTo>
                <a:cubicBezTo>
                  <a:pt x="1722438" y="257320"/>
                  <a:pt x="1694008" y="285750"/>
                  <a:pt x="1658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84"/>
          <p:cNvSpPr/>
          <p:nvPr/>
        </p:nvSpPr>
        <p:spPr>
          <a:xfrm>
            <a:off x="587520" y="5229360"/>
            <a:ext cx="196920" cy="157320"/>
          </a:xfrm>
          <a:custGeom>
            <a:avLst/>
            <a:gdLst>
              <a:gd name="textAreaLeft" fmla="*/ 0 w 196920"/>
              <a:gd name="textAreaRight" fmla="*/ 198360 w 1969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98438" h="158750">
                <a:moveTo>
                  <a:pt x="108490" y="73267"/>
                </a:moveTo>
                <a:lnTo>
                  <a:pt x="87995" y="73267"/>
                </a:lnTo>
                <a:lnTo>
                  <a:pt x="87995" y="54849"/>
                </a:lnTo>
                <a:lnTo>
                  <a:pt x="108490" y="54849"/>
                </a:lnTo>
                <a:lnTo>
                  <a:pt x="108490" y="73267"/>
                </a:lnTo>
                <a:close/>
                <a:moveTo>
                  <a:pt x="108490" y="9922"/>
                </a:moveTo>
                <a:lnTo>
                  <a:pt x="87995" y="9922"/>
                </a:lnTo>
                <a:lnTo>
                  <a:pt x="87995" y="28742"/>
                </a:lnTo>
                <a:lnTo>
                  <a:pt x="108490" y="28742"/>
                </a:lnTo>
                <a:lnTo>
                  <a:pt x="108490" y="9922"/>
                </a:lnTo>
                <a:close/>
                <a:moveTo>
                  <a:pt x="132736" y="54818"/>
                </a:moveTo>
                <a:lnTo>
                  <a:pt x="112241" y="54818"/>
                </a:lnTo>
                <a:lnTo>
                  <a:pt x="112241" y="73236"/>
                </a:lnTo>
                <a:lnTo>
                  <a:pt x="132736" y="73236"/>
                </a:lnTo>
                <a:lnTo>
                  <a:pt x="132736" y="54818"/>
                </a:lnTo>
                <a:close/>
                <a:moveTo>
                  <a:pt x="84274" y="32463"/>
                </a:moveTo>
                <a:lnTo>
                  <a:pt x="63779" y="32463"/>
                </a:lnTo>
                <a:lnTo>
                  <a:pt x="63779" y="51098"/>
                </a:lnTo>
                <a:lnTo>
                  <a:pt x="84274" y="51098"/>
                </a:lnTo>
                <a:lnTo>
                  <a:pt x="84274" y="32463"/>
                </a:lnTo>
                <a:close/>
                <a:moveTo>
                  <a:pt x="108490" y="32463"/>
                </a:moveTo>
                <a:lnTo>
                  <a:pt x="87995" y="32463"/>
                </a:lnTo>
                <a:lnTo>
                  <a:pt x="87995" y="51098"/>
                </a:lnTo>
                <a:lnTo>
                  <a:pt x="108490" y="51098"/>
                </a:lnTo>
                <a:lnTo>
                  <a:pt x="108490" y="32463"/>
                </a:lnTo>
                <a:close/>
                <a:moveTo>
                  <a:pt x="194314" y="63469"/>
                </a:moveTo>
                <a:cubicBezTo>
                  <a:pt x="189849" y="60461"/>
                  <a:pt x="179555" y="59376"/>
                  <a:pt x="171648" y="60865"/>
                </a:cubicBezTo>
                <a:cubicBezTo>
                  <a:pt x="170625" y="53423"/>
                  <a:pt x="166470" y="46943"/>
                  <a:pt x="158905" y="41114"/>
                </a:cubicBezTo>
                <a:lnTo>
                  <a:pt x="154564" y="38230"/>
                </a:lnTo>
                <a:lnTo>
                  <a:pt x="151681" y="42571"/>
                </a:lnTo>
                <a:cubicBezTo>
                  <a:pt x="145976" y="51191"/>
                  <a:pt x="144425" y="65391"/>
                  <a:pt x="150533" y="74755"/>
                </a:cubicBezTo>
                <a:cubicBezTo>
                  <a:pt x="147836" y="76212"/>
                  <a:pt x="142534" y="78197"/>
                  <a:pt x="135527" y="78073"/>
                </a:cubicBezTo>
                <a:lnTo>
                  <a:pt x="744" y="78073"/>
                </a:lnTo>
                <a:cubicBezTo>
                  <a:pt x="-1953" y="93824"/>
                  <a:pt x="2542" y="114288"/>
                  <a:pt x="14387" y="128333"/>
                </a:cubicBezTo>
                <a:cubicBezTo>
                  <a:pt x="25890" y="141945"/>
                  <a:pt x="43129" y="148859"/>
                  <a:pt x="65670" y="148859"/>
                </a:cubicBezTo>
                <a:cubicBezTo>
                  <a:pt x="114474" y="148859"/>
                  <a:pt x="150595" y="126380"/>
                  <a:pt x="167494" y="85545"/>
                </a:cubicBezTo>
                <a:cubicBezTo>
                  <a:pt x="174129" y="85669"/>
                  <a:pt x="188454" y="85576"/>
                  <a:pt x="195802" y="71531"/>
                </a:cubicBezTo>
                <a:cubicBezTo>
                  <a:pt x="196267" y="70755"/>
                  <a:pt x="197848" y="67438"/>
                  <a:pt x="198438" y="66229"/>
                </a:cubicBezTo>
                <a:lnTo>
                  <a:pt x="194314" y="63469"/>
                </a:lnTo>
                <a:close/>
                <a:moveTo>
                  <a:pt x="35843" y="54818"/>
                </a:moveTo>
                <a:lnTo>
                  <a:pt x="15379" y="54818"/>
                </a:lnTo>
                <a:lnTo>
                  <a:pt x="15379" y="73236"/>
                </a:lnTo>
                <a:lnTo>
                  <a:pt x="35874" y="73236"/>
                </a:lnTo>
                <a:lnTo>
                  <a:pt x="35874" y="54818"/>
                </a:lnTo>
                <a:lnTo>
                  <a:pt x="35843" y="54818"/>
                </a:lnTo>
                <a:close/>
                <a:moveTo>
                  <a:pt x="60058" y="54818"/>
                </a:moveTo>
                <a:lnTo>
                  <a:pt x="39563" y="54818"/>
                </a:lnTo>
                <a:lnTo>
                  <a:pt x="39563" y="73236"/>
                </a:lnTo>
                <a:lnTo>
                  <a:pt x="60058" y="73236"/>
                </a:lnTo>
                <a:lnTo>
                  <a:pt x="60058" y="54818"/>
                </a:lnTo>
                <a:close/>
                <a:moveTo>
                  <a:pt x="84274" y="54818"/>
                </a:moveTo>
                <a:lnTo>
                  <a:pt x="63779" y="54818"/>
                </a:lnTo>
                <a:lnTo>
                  <a:pt x="63779" y="73236"/>
                </a:lnTo>
                <a:lnTo>
                  <a:pt x="84274" y="73236"/>
                </a:lnTo>
                <a:lnTo>
                  <a:pt x="84274" y="54818"/>
                </a:lnTo>
                <a:close/>
                <a:moveTo>
                  <a:pt x="60058" y="32463"/>
                </a:moveTo>
                <a:lnTo>
                  <a:pt x="39563" y="32463"/>
                </a:lnTo>
                <a:lnTo>
                  <a:pt x="39563" y="51098"/>
                </a:lnTo>
                <a:lnTo>
                  <a:pt x="60058" y="51098"/>
                </a:lnTo>
                <a:lnTo>
                  <a:pt x="60058" y="32463"/>
                </a:lnTo>
                <a:close/>
              </a:path>
            </a:pathLst>
          </a:custGeom>
          <a:solidFill>
            <a:srgbClr val="249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85"/>
          <p:cNvSpPr/>
          <p:nvPr/>
        </p:nvSpPr>
        <p:spPr>
          <a:xfrm>
            <a:off x="849240" y="5229360"/>
            <a:ext cx="4032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Docker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86"/>
          <p:cNvSpPr/>
          <p:nvPr/>
        </p:nvSpPr>
        <p:spPr>
          <a:xfrm>
            <a:off x="2307240" y="5165640"/>
            <a:ext cx="1721160" cy="284400"/>
          </a:xfrm>
          <a:custGeom>
            <a:avLst/>
            <a:gdLst>
              <a:gd name="textAreaLeft" fmla="*/ 0 w 1721160"/>
              <a:gd name="textAreaRight" fmla="*/ 1722600 w 17211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1722438" h="285750">
                <a:moveTo>
                  <a:pt x="63499" y="0"/>
                </a:moveTo>
                <a:lnTo>
                  <a:pt x="1658938" y="0"/>
                </a:lnTo>
                <a:cubicBezTo>
                  <a:pt x="1694008" y="0"/>
                  <a:pt x="1722438" y="28430"/>
                  <a:pt x="1722438" y="63499"/>
                </a:cubicBezTo>
                <a:lnTo>
                  <a:pt x="1722438" y="222251"/>
                </a:lnTo>
                <a:cubicBezTo>
                  <a:pt x="1722438" y="257320"/>
                  <a:pt x="1694008" y="285750"/>
                  <a:pt x="1658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87"/>
          <p:cNvSpPr/>
          <p:nvPr/>
        </p:nvSpPr>
        <p:spPr>
          <a:xfrm>
            <a:off x="2390400" y="522936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104738" y="63779"/>
                </a:moveTo>
                <a:lnTo>
                  <a:pt x="119807" y="50602"/>
                </a:lnTo>
                <a:cubicBezTo>
                  <a:pt x="124085" y="56586"/>
                  <a:pt x="127062" y="63593"/>
                  <a:pt x="128302" y="71127"/>
                </a:cubicBezTo>
                <a:lnTo>
                  <a:pt x="108334" y="72461"/>
                </a:lnTo>
                <a:cubicBezTo>
                  <a:pt x="107590" y="69329"/>
                  <a:pt x="106350" y="66415"/>
                  <a:pt x="104738" y="63779"/>
                </a:cubicBezTo>
                <a:close/>
                <a:moveTo>
                  <a:pt x="148177" y="69825"/>
                </a:moveTo>
                <a:cubicBezTo>
                  <a:pt x="146534" y="57795"/>
                  <a:pt x="141790" y="46726"/>
                  <a:pt x="134782" y="37486"/>
                </a:cubicBezTo>
                <a:lnTo>
                  <a:pt x="135031" y="37269"/>
                </a:lnTo>
                <a:cubicBezTo>
                  <a:pt x="139216" y="33610"/>
                  <a:pt x="139433" y="27161"/>
                  <a:pt x="135496" y="23254"/>
                </a:cubicBezTo>
                <a:cubicBezTo>
                  <a:pt x="131558" y="19348"/>
                  <a:pt x="125140" y="19534"/>
                  <a:pt x="121481" y="23719"/>
                </a:cubicBezTo>
                <a:lnTo>
                  <a:pt x="121264" y="23968"/>
                </a:lnTo>
                <a:cubicBezTo>
                  <a:pt x="112024" y="16960"/>
                  <a:pt x="100955" y="12216"/>
                  <a:pt x="88925" y="10573"/>
                </a:cubicBezTo>
                <a:lnTo>
                  <a:pt x="88956" y="10232"/>
                </a:lnTo>
                <a:cubicBezTo>
                  <a:pt x="89328" y="4682"/>
                  <a:pt x="84925" y="0"/>
                  <a:pt x="79375" y="0"/>
                </a:cubicBezTo>
                <a:cubicBezTo>
                  <a:pt x="73825" y="0"/>
                  <a:pt x="69422" y="4713"/>
                  <a:pt x="69794" y="10232"/>
                </a:cubicBezTo>
                <a:lnTo>
                  <a:pt x="69825" y="10573"/>
                </a:lnTo>
                <a:cubicBezTo>
                  <a:pt x="57795" y="12216"/>
                  <a:pt x="46726" y="16960"/>
                  <a:pt x="37486" y="23968"/>
                </a:cubicBezTo>
                <a:lnTo>
                  <a:pt x="37269" y="23719"/>
                </a:lnTo>
                <a:cubicBezTo>
                  <a:pt x="33610" y="19534"/>
                  <a:pt x="27161" y="19317"/>
                  <a:pt x="23254" y="23254"/>
                </a:cubicBezTo>
                <a:cubicBezTo>
                  <a:pt x="19348" y="27192"/>
                  <a:pt x="19534" y="33610"/>
                  <a:pt x="23719" y="37269"/>
                </a:cubicBezTo>
                <a:lnTo>
                  <a:pt x="23968" y="37486"/>
                </a:lnTo>
                <a:cubicBezTo>
                  <a:pt x="16960" y="46726"/>
                  <a:pt x="12216" y="57795"/>
                  <a:pt x="10573" y="69825"/>
                </a:cubicBezTo>
                <a:lnTo>
                  <a:pt x="10232" y="69794"/>
                </a:lnTo>
                <a:cubicBezTo>
                  <a:pt x="4682" y="69422"/>
                  <a:pt x="0" y="73825"/>
                  <a:pt x="0" y="79375"/>
                </a:cubicBezTo>
                <a:cubicBezTo>
                  <a:pt x="0" y="84925"/>
                  <a:pt x="4713" y="89328"/>
                  <a:pt x="10232" y="88956"/>
                </a:cubicBezTo>
                <a:lnTo>
                  <a:pt x="10573" y="88925"/>
                </a:lnTo>
                <a:cubicBezTo>
                  <a:pt x="12216" y="100955"/>
                  <a:pt x="16960" y="112024"/>
                  <a:pt x="23968" y="121264"/>
                </a:cubicBezTo>
                <a:lnTo>
                  <a:pt x="23719" y="121481"/>
                </a:lnTo>
                <a:cubicBezTo>
                  <a:pt x="19534" y="125140"/>
                  <a:pt x="19317" y="131589"/>
                  <a:pt x="23254" y="135496"/>
                </a:cubicBezTo>
                <a:cubicBezTo>
                  <a:pt x="27192" y="139402"/>
                  <a:pt x="33610" y="139216"/>
                  <a:pt x="37269" y="135031"/>
                </a:cubicBezTo>
                <a:lnTo>
                  <a:pt x="37486" y="134782"/>
                </a:lnTo>
                <a:cubicBezTo>
                  <a:pt x="46726" y="141790"/>
                  <a:pt x="57795" y="146534"/>
                  <a:pt x="69825" y="148177"/>
                </a:cubicBezTo>
                <a:lnTo>
                  <a:pt x="69794" y="148518"/>
                </a:lnTo>
                <a:cubicBezTo>
                  <a:pt x="69422" y="154068"/>
                  <a:pt x="73825" y="158750"/>
                  <a:pt x="79375" y="158750"/>
                </a:cubicBezTo>
                <a:cubicBezTo>
                  <a:pt x="84925" y="158750"/>
                  <a:pt x="89328" y="154037"/>
                  <a:pt x="88956" y="148518"/>
                </a:cubicBezTo>
                <a:lnTo>
                  <a:pt x="88925" y="148177"/>
                </a:lnTo>
                <a:cubicBezTo>
                  <a:pt x="100955" y="146534"/>
                  <a:pt x="112024" y="141790"/>
                  <a:pt x="121264" y="134782"/>
                </a:cubicBezTo>
                <a:lnTo>
                  <a:pt x="121481" y="135031"/>
                </a:lnTo>
                <a:cubicBezTo>
                  <a:pt x="125140" y="139216"/>
                  <a:pt x="131558" y="139433"/>
                  <a:pt x="135496" y="135496"/>
                </a:cubicBezTo>
                <a:cubicBezTo>
                  <a:pt x="139433" y="131558"/>
                  <a:pt x="139216" y="125140"/>
                  <a:pt x="135031" y="121481"/>
                </a:cubicBezTo>
                <a:lnTo>
                  <a:pt x="134782" y="121264"/>
                </a:lnTo>
                <a:cubicBezTo>
                  <a:pt x="141790" y="112024"/>
                  <a:pt x="146534" y="100955"/>
                  <a:pt x="148177" y="88925"/>
                </a:cubicBezTo>
                <a:lnTo>
                  <a:pt x="148518" y="88956"/>
                </a:lnTo>
                <a:cubicBezTo>
                  <a:pt x="154068" y="89328"/>
                  <a:pt x="158750" y="84925"/>
                  <a:pt x="158750" y="79375"/>
                </a:cubicBezTo>
                <a:cubicBezTo>
                  <a:pt x="158750" y="73825"/>
                  <a:pt x="154037" y="69422"/>
                  <a:pt x="148518" y="69794"/>
                </a:cubicBezTo>
                <a:lnTo>
                  <a:pt x="148177" y="69825"/>
                </a:lnTo>
                <a:close/>
                <a:moveTo>
                  <a:pt x="50602" y="38943"/>
                </a:moveTo>
                <a:cubicBezTo>
                  <a:pt x="56586" y="34665"/>
                  <a:pt x="63593" y="31688"/>
                  <a:pt x="71127" y="30417"/>
                </a:cubicBezTo>
                <a:lnTo>
                  <a:pt x="72461" y="50385"/>
                </a:lnTo>
                <a:cubicBezTo>
                  <a:pt x="69360" y="51129"/>
                  <a:pt x="66415" y="52369"/>
                  <a:pt x="63779" y="53981"/>
                </a:cubicBezTo>
                <a:lnTo>
                  <a:pt x="50602" y="38912"/>
                </a:lnTo>
                <a:close/>
                <a:moveTo>
                  <a:pt x="30448" y="71127"/>
                </a:moveTo>
                <a:cubicBezTo>
                  <a:pt x="31719" y="63562"/>
                  <a:pt x="34696" y="56586"/>
                  <a:pt x="38974" y="50602"/>
                </a:cubicBezTo>
                <a:lnTo>
                  <a:pt x="54043" y="63779"/>
                </a:lnTo>
                <a:cubicBezTo>
                  <a:pt x="52400" y="66415"/>
                  <a:pt x="51191" y="69360"/>
                  <a:pt x="50447" y="72461"/>
                </a:cubicBezTo>
                <a:lnTo>
                  <a:pt x="30479" y="71127"/>
                </a:lnTo>
                <a:close/>
                <a:moveTo>
                  <a:pt x="38974" y="108148"/>
                </a:moveTo>
                <a:cubicBezTo>
                  <a:pt x="34696" y="102164"/>
                  <a:pt x="31719" y="95157"/>
                  <a:pt x="30448" y="87623"/>
                </a:cubicBezTo>
                <a:lnTo>
                  <a:pt x="50416" y="86289"/>
                </a:lnTo>
                <a:cubicBezTo>
                  <a:pt x="51160" y="89421"/>
                  <a:pt x="52400" y="92335"/>
                  <a:pt x="54012" y="94971"/>
                </a:cubicBezTo>
                <a:lnTo>
                  <a:pt x="38943" y="108148"/>
                </a:lnTo>
                <a:close/>
                <a:moveTo>
                  <a:pt x="71158" y="128302"/>
                </a:moveTo>
                <a:cubicBezTo>
                  <a:pt x="63593" y="127031"/>
                  <a:pt x="56617" y="124054"/>
                  <a:pt x="50633" y="119807"/>
                </a:cubicBezTo>
                <a:lnTo>
                  <a:pt x="63810" y="104738"/>
                </a:lnTo>
                <a:cubicBezTo>
                  <a:pt x="66446" y="106381"/>
                  <a:pt x="69391" y="107590"/>
                  <a:pt x="72492" y="108334"/>
                </a:cubicBezTo>
                <a:lnTo>
                  <a:pt x="71158" y="128302"/>
                </a:lnTo>
                <a:close/>
                <a:moveTo>
                  <a:pt x="108179" y="119807"/>
                </a:moveTo>
                <a:cubicBezTo>
                  <a:pt x="102195" y="124085"/>
                  <a:pt x="95188" y="127062"/>
                  <a:pt x="87654" y="128302"/>
                </a:cubicBezTo>
                <a:lnTo>
                  <a:pt x="86320" y="108334"/>
                </a:lnTo>
                <a:cubicBezTo>
                  <a:pt x="89421" y="107590"/>
                  <a:pt x="92366" y="106350"/>
                  <a:pt x="95002" y="104738"/>
                </a:cubicBezTo>
                <a:lnTo>
                  <a:pt x="108179" y="119807"/>
                </a:lnTo>
                <a:close/>
                <a:moveTo>
                  <a:pt x="128333" y="87623"/>
                </a:moveTo>
                <a:cubicBezTo>
                  <a:pt x="127062" y="95188"/>
                  <a:pt x="124085" y="102164"/>
                  <a:pt x="119838" y="108148"/>
                </a:cubicBezTo>
                <a:lnTo>
                  <a:pt x="104769" y="94971"/>
                </a:lnTo>
                <a:cubicBezTo>
                  <a:pt x="106412" y="92304"/>
                  <a:pt x="107621" y="89390"/>
                  <a:pt x="108365" y="86289"/>
                </a:cubicBezTo>
                <a:lnTo>
                  <a:pt x="128333" y="87623"/>
                </a:lnTo>
                <a:close/>
                <a:moveTo>
                  <a:pt x="108179" y="38974"/>
                </a:moveTo>
                <a:lnTo>
                  <a:pt x="95002" y="54043"/>
                </a:lnTo>
                <a:cubicBezTo>
                  <a:pt x="92335" y="52400"/>
                  <a:pt x="89421" y="51191"/>
                  <a:pt x="86320" y="50447"/>
                </a:cubicBezTo>
                <a:lnTo>
                  <a:pt x="87654" y="30479"/>
                </a:lnTo>
                <a:cubicBezTo>
                  <a:pt x="95219" y="31750"/>
                  <a:pt x="102195" y="34727"/>
                  <a:pt x="108179" y="39005"/>
                </a:cubicBezTo>
                <a:close/>
                <a:moveTo>
                  <a:pt x="79375" y="69453"/>
                </a:moveTo>
                <a:cubicBezTo>
                  <a:pt x="84851" y="69453"/>
                  <a:pt x="89297" y="73899"/>
                  <a:pt x="89297" y="79375"/>
                </a:cubicBezTo>
                <a:cubicBezTo>
                  <a:pt x="89297" y="84851"/>
                  <a:pt x="84851" y="89297"/>
                  <a:pt x="79375" y="89297"/>
                </a:cubicBezTo>
                <a:cubicBezTo>
                  <a:pt x="73899" y="89297"/>
                  <a:pt x="69453" y="84851"/>
                  <a:pt x="69453" y="79375"/>
                </a:cubicBezTo>
                <a:cubicBezTo>
                  <a:pt x="69453" y="73899"/>
                  <a:pt x="73899" y="69453"/>
                  <a:pt x="79375" y="69453"/>
                </a:cubicBezTo>
                <a:close/>
              </a:path>
            </a:pathLst>
          </a:custGeom>
          <a:solidFill>
            <a:srgbClr val="326c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88"/>
          <p:cNvSpPr/>
          <p:nvPr/>
        </p:nvSpPr>
        <p:spPr>
          <a:xfrm>
            <a:off x="2632680" y="5229360"/>
            <a:ext cx="5144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Compose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89"/>
          <p:cNvSpPr/>
          <p:nvPr/>
        </p:nvSpPr>
        <p:spPr>
          <a:xfrm>
            <a:off x="4090320" y="5165640"/>
            <a:ext cx="1721160" cy="284400"/>
          </a:xfrm>
          <a:custGeom>
            <a:avLst/>
            <a:gdLst>
              <a:gd name="textAreaLeft" fmla="*/ 0 w 1721160"/>
              <a:gd name="textAreaRight" fmla="*/ 1722600 w 17211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1722438" h="285750">
                <a:moveTo>
                  <a:pt x="63499" y="0"/>
                </a:moveTo>
                <a:lnTo>
                  <a:pt x="1658938" y="0"/>
                </a:lnTo>
                <a:cubicBezTo>
                  <a:pt x="1694008" y="0"/>
                  <a:pt x="1722438" y="28430"/>
                  <a:pt x="1722438" y="63499"/>
                </a:cubicBezTo>
                <a:lnTo>
                  <a:pt x="1722438" y="222251"/>
                </a:lnTo>
                <a:cubicBezTo>
                  <a:pt x="1722438" y="257320"/>
                  <a:pt x="1694008" y="285750"/>
                  <a:pt x="1658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90"/>
          <p:cNvSpPr/>
          <p:nvPr/>
        </p:nvSpPr>
        <p:spPr>
          <a:xfrm>
            <a:off x="4183560" y="5229360"/>
            <a:ext cx="137520" cy="157320"/>
          </a:xfrm>
          <a:custGeom>
            <a:avLst/>
            <a:gdLst>
              <a:gd name="textAreaLeft" fmla="*/ 0 w 137520"/>
              <a:gd name="textAreaRight" fmla="*/ 138960 w 1375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0096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91"/>
          <p:cNvSpPr/>
          <p:nvPr/>
        </p:nvSpPr>
        <p:spPr>
          <a:xfrm>
            <a:off x="4415760" y="5229360"/>
            <a:ext cx="33192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Nginx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92"/>
          <p:cNvSpPr/>
          <p:nvPr/>
        </p:nvSpPr>
        <p:spPr>
          <a:xfrm>
            <a:off x="523800" y="5514840"/>
            <a:ext cx="1721160" cy="284400"/>
          </a:xfrm>
          <a:custGeom>
            <a:avLst/>
            <a:gdLst>
              <a:gd name="textAreaLeft" fmla="*/ 0 w 1721160"/>
              <a:gd name="textAreaRight" fmla="*/ 1722600 w 17211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1722438" h="285750">
                <a:moveTo>
                  <a:pt x="63499" y="0"/>
                </a:moveTo>
                <a:lnTo>
                  <a:pt x="1658938" y="0"/>
                </a:lnTo>
                <a:cubicBezTo>
                  <a:pt x="1694008" y="0"/>
                  <a:pt x="1722438" y="28430"/>
                  <a:pt x="1722438" y="63499"/>
                </a:cubicBezTo>
                <a:lnTo>
                  <a:pt x="1722438" y="222251"/>
                </a:lnTo>
                <a:cubicBezTo>
                  <a:pt x="1722438" y="257320"/>
                  <a:pt x="1694008" y="285750"/>
                  <a:pt x="1658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93"/>
          <p:cNvSpPr/>
          <p:nvPr/>
        </p:nvSpPr>
        <p:spPr>
          <a:xfrm>
            <a:off x="607320" y="557856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1e88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94"/>
          <p:cNvSpPr/>
          <p:nvPr/>
        </p:nvSpPr>
        <p:spPr>
          <a:xfrm>
            <a:off x="849240" y="5578560"/>
            <a:ext cx="45108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SSL/TLS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95"/>
          <p:cNvSpPr/>
          <p:nvPr/>
        </p:nvSpPr>
        <p:spPr>
          <a:xfrm>
            <a:off x="2307240" y="5514840"/>
            <a:ext cx="1721160" cy="284400"/>
          </a:xfrm>
          <a:custGeom>
            <a:avLst/>
            <a:gdLst>
              <a:gd name="textAreaLeft" fmla="*/ 0 w 1721160"/>
              <a:gd name="textAreaRight" fmla="*/ 1722600 w 17211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1722438" h="285750">
                <a:moveTo>
                  <a:pt x="63499" y="0"/>
                </a:moveTo>
                <a:lnTo>
                  <a:pt x="1658938" y="0"/>
                </a:lnTo>
                <a:cubicBezTo>
                  <a:pt x="1694008" y="0"/>
                  <a:pt x="1722438" y="28430"/>
                  <a:pt x="1722438" y="63499"/>
                </a:cubicBezTo>
                <a:lnTo>
                  <a:pt x="1722438" y="222251"/>
                </a:lnTo>
                <a:cubicBezTo>
                  <a:pt x="1722438" y="257320"/>
                  <a:pt x="1694008" y="285750"/>
                  <a:pt x="1658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96"/>
          <p:cNvSpPr/>
          <p:nvPr/>
        </p:nvSpPr>
        <p:spPr>
          <a:xfrm>
            <a:off x="2390400" y="557856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e65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97"/>
          <p:cNvSpPr/>
          <p:nvPr/>
        </p:nvSpPr>
        <p:spPr>
          <a:xfrm>
            <a:off x="2632680" y="5578560"/>
            <a:ext cx="7952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Prometheus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98"/>
          <p:cNvSpPr/>
          <p:nvPr/>
        </p:nvSpPr>
        <p:spPr>
          <a:xfrm>
            <a:off x="4090320" y="5514840"/>
            <a:ext cx="1721160" cy="284400"/>
          </a:xfrm>
          <a:custGeom>
            <a:avLst/>
            <a:gdLst>
              <a:gd name="textAreaLeft" fmla="*/ 0 w 1721160"/>
              <a:gd name="textAreaRight" fmla="*/ 1722600 w 17211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1722438" h="285750">
                <a:moveTo>
                  <a:pt x="63499" y="0"/>
                </a:moveTo>
                <a:lnTo>
                  <a:pt x="1658938" y="0"/>
                </a:lnTo>
                <a:cubicBezTo>
                  <a:pt x="1694008" y="0"/>
                  <a:pt x="1722438" y="28430"/>
                  <a:pt x="1722438" y="63499"/>
                </a:cubicBezTo>
                <a:lnTo>
                  <a:pt x="1722438" y="222251"/>
                </a:lnTo>
                <a:cubicBezTo>
                  <a:pt x="1722438" y="257320"/>
                  <a:pt x="1694008" y="285750"/>
                  <a:pt x="1658938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99"/>
          <p:cNvSpPr/>
          <p:nvPr/>
        </p:nvSpPr>
        <p:spPr>
          <a:xfrm>
            <a:off x="4173840" y="5578560"/>
            <a:ext cx="157320" cy="157320"/>
          </a:xfrm>
          <a:custGeom>
            <a:avLst/>
            <a:gdLst>
              <a:gd name="textAreaLeft" fmla="*/ 0 w 157320"/>
              <a:gd name="textAreaRight" fmla="*/ 158760 w 1573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58750" h="158750">
                <a:moveTo>
                  <a:pt x="79375" y="33455"/>
                </a:moveTo>
                <a:lnTo>
                  <a:pt x="74724" y="27006"/>
                </a:lnTo>
                <a:cubicBezTo>
                  <a:pt x="66973" y="16278"/>
                  <a:pt x="54539" y="9922"/>
                  <a:pt x="41269" y="9922"/>
                </a:cubicBezTo>
                <a:cubicBezTo>
                  <a:pt x="18479" y="9922"/>
                  <a:pt x="0" y="28401"/>
                  <a:pt x="0" y="51191"/>
                </a:cubicBezTo>
                <a:lnTo>
                  <a:pt x="0" y="51997"/>
                </a:lnTo>
                <a:cubicBezTo>
                  <a:pt x="0" y="59314"/>
                  <a:pt x="1922" y="66880"/>
                  <a:pt x="5147" y="74414"/>
                </a:cubicBezTo>
                <a:lnTo>
                  <a:pt x="38013" y="74414"/>
                </a:lnTo>
                <a:cubicBezTo>
                  <a:pt x="39005" y="74414"/>
                  <a:pt x="39905" y="73825"/>
                  <a:pt x="40308" y="72895"/>
                </a:cubicBezTo>
                <a:lnTo>
                  <a:pt x="50167" y="49237"/>
                </a:lnTo>
                <a:cubicBezTo>
                  <a:pt x="51315" y="46509"/>
                  <a:pt x="53981" y="44710"/>
                  <a:pt x="56927" y="44648"/>
                </a:cubicBezTo>
                <a:cubicBezTo>
                  <a:pt x="59872" y="44586"/>
                  <a:pt x="62601" y="46323"/>
                  <a:pt x="63810" y="49020"/>
                </a:cubicBezTo>
                <a:lnTo>
                  <a:pt x="79716" y="84336"/>
                </a:lnTo>
                <a:lnTo>
                  <a:pt x="92552" y="58663"/>
                </a:lnTo>
                <a:cubicBezTo>
                  <a:pt x="93824" y="56152"/>
                  <a:pt x="96397" y="54539"/>
                  <a:pt x="99219" y="54539"/>
                </a:cubicBezTo>
                <a:cubicBezTo>
                  <a:pt x="102040" y="54539"/>
                  <a:pt x="104614" y="56121"/>
                  <a:pt x="105885" y="58663"/>
                </a:cubicBezTo>
                <a:lnTo>
                  <a:pt x="113078" y="73019"/>
                </a:lnTo>
                <a:cubicBezTo>
                  <a:pt x="113512" y="73856"/>
                  <a:pt x="114350" y="74383"/>
                  <a:pt x="115311" y="74383"/>
                </a:cubicBezTo>
                <a:lnTo>
                  <a:pt x="153634" y="74383"/>
                </a:lnTo>
                <a:cubicBezTo>
                  <a:pt x="156890" y="66849"/>
                  <a:pt x="158781" y="59283"/>
                  <a:pt x="158781" y="51966"/>
                </a:cubicBezTo>
                <a:lnTo>
                  <a:pt x="158781" y="51160"/>
                </a:lnTo>
                <a:cubicBezTo>
                  <a:pt x="158750" y="28401"/>
                  <a:pt x="140271" y="9922"/>
                  <a:pt x="117481" y="9922"/>
                </a:cubicBezTo>
                <a:cubicBezTo>
                  <a:pt x="104242" y="9922"/>
                  <a:pt x="91777" y="16278"/>
                  <a:pt x="84026" y="27006"/>
                </a:cubicBezTo>
                <a:lnTo>
                  <a:pt x="79375" y="33424"/>
                </a:lnTo>
                <a:close/>
                <a:moveTo>
                  <a:pt x="145604" y="89297"/>
                </a:moveTo>
                <a:lnTo>
                  <a:pt x="115280" y="89297"/>
                </a:lnTo>
                <a:cubicBezTo>
                  <a:pt x="108707" y="89297"/>
                  <a:pt x="102691" y="85576"/>
                  <a:pt x="99746" y="79685"/>
                </a:cubicBezTo>
                <a:lnTo>
                  <a:pt x="99219" y="78631"/>
                </a:lnTo>
                <a:lnTo>
                  <a:pt x="86041" y="105017"/>
                </a:lnTo>
                <a:cubicBezTo>
                  <a:pt x="84770" y="107590"/>
                  <a:pt x="82104" y="109203"/>
                  <a:pt x="79220" y="109141"/>
                </a:cubicBezTo>
                <a:cubicBezTo>
                  <a:pt x="76336" y="109079"/>
                  <a:pt x="73763" y="107373"/>
                  <a:pt x="72585" y="104769"/>
                </a:cubicBezTo>
                <a:lnTo>
                  <a:pt x="57299" y="70817"/>
                </a:lnTo>
                <a:lnTo>
                  <a:pt x="54043" y="78631"/>
                </a:lnTo>
                <a:cubicBezTo>
                  <a:pt x="51346" y="85111"/>
                  <a:pt x="45021" y="89328"/>
                  <a:pt x="38013" y="89328"/>
                </a:cubicBezTo>
                <a:lnTo>
                  <a:pt x="13146" y="89328"/>
                </a:lnTo>
                <a:cubicBezTo>
                  <a:pt x="27781" y="112210"/>
                  <a:pt x="51284" y="133263"/>
                  <a:pt x="65980" y="144487"/>
                </a:cubicBezTo>
                <a:cubicBezTo>
                  <a:pt x="69825" y="147402"/>
                  <a:pt x="74538" y="148859"/>
                  <a:pt x="79344" y="148859"/>
                </a:cubicBezTo>
                <a:cubicBezTo>
                  <a:pt x="84150" y="148859"/>
                  <a:pt x="88894" y="147433"/>
                  <a:pt x="92708" y="144487"/>
                </a:cubicBezTo>
                <a:cubicBezTo>
                  <a:pt x="107466" y="133232"/>
                  <a:pt x="130969" y="112179"/>
                  <a:pt x="145604" y="89297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00"/>
          <p:cNvSpPr/>
          <p:nvPr/>
        </p:nvSpPr>
        <p:spPr>
          <a:xfrm>
            <a:off x="4415760" y="5578560"/>
            <a:ext cx="84096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88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Health Checks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380880" y="38088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1"/>
          <p:cNvSpPr/>
          <p:nvPr/>
        </p:nvSpPr>
        <p:spPr>
          <a:xfrm>
            <a:off x="490680" y="514440"/>
            <a:ext cx="236520" cy="189000"/>
          </a:xfrm>
          <a:custGeom>
            <a:avLst/>
            <a:gdLst>
              <a:gd name="textAreaLeft" fmla="*/ 0 w 236520"/>
              <a:gd name="textAreaRight" fmla="*/ 237960 w 23652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952560" y="380880"/>
            <a:ext cx="5447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Потребителски Роли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952560" y="914400"/>
            <a:ext cx="10952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Разделен контрол на достъпа с 5 нива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380880" y="1371600"/>
            <a:ext cx="11428560" cy="403704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4037040"/>
              <a:gd name="textAreaBottom" fmla="*/ 4038480 h 4037040"/>
            </a:gdLst>
            <a:ahLst/>
            <a:rect l="textAreaLeft" t="textAreaTop" r="textAreaRight" b="textAreaBottom"/>
            <a:pathLst>
              <a:path w="11430000" h="4038600">
                <a:moveTo>
                  <a:pt x="152417" y="0"/>
                </a:moveTo>
                <a:lnTo>
                  <a:pt x="11277583" y="0"/>
                </a:lnTo>
                <a:cubicBezTo>
                  <a:pt x="11361761" y="0"/>
                  <a:pt x="11430000" y="68239"/>
                  <a:pt x="11430000" y="152417"/>
                </a:cubicBezTo>
                <a:lnTo>
                  <a:pt x="11430000" y="3886183"/>
                </a:lnTo>
                <a:cubicBezTo>
                  <a:pt x="11430000" y="3970361"/>
                  <a:pt x="11361761" y="4038600"/>
                  <a:pt x="11277583" y="4038600"/>
                </a:cubicBezTo>
                <a:lnTo>
                  <a:pt x="152417" y="4038600"/>
                </a:lnTo>
                <a:cubicBezTo>
                  <a:pt x="68239" y="4038600"/>
                  <a:pt x="0" y="3970361"/>
                  <a:pt x="0" y="388618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380880" y="1371600"/>
            <a:ext cx="11428560" cy="57024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570240"/>
              <a:gd name="textAreaBottom" fmla="*/ 571680 h 570240"/>
            </a:gdLst>
            <a:ahLst/>
            <a:rect l="textAreaLeft" t="textAreaTop" r="textAreaRight" b="textAreaBottom"/>
            <a:pathLst>
              <a:path w="11430000" h="571500">
                <a:moveTo>
                  <a:pt x="0" y="0"/>
                </a:moveTo>
                <a:lnTo>
                  <a:pt x="11430000" y="0"/>
                </a:lnTo>
                <a:lnTo>
                  <a:pt x="11430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6"/>
          <p:cNvSpPr/>
          <p:nvPr/>
        </p:nvSpPr>
        <p:spPr>
          <a:xfrm>
            <a:off x="533520" y="1523880"/>
            <a:ext cx="1941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Роля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7"/>
          <p:cNvSpPr/>
          <p:nvPr/>
        </p:nvSpPr>
        <p:spPr>
          <a:xfrm>
            <a:off x="2387520" y="1523880"/>
            <a:ext cx="4722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Описание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8"/>
          <p:cNvSpPr/>
          <p:nvPr/>
        </p:nvSpPr>
        <p:spPr>
          <a:xfrm>
            <a:off x="7022880" y="1523880"/>
            <a:ext cx="4722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Права и Възможности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9"/>
          <p:cNvSpPr/>
          <p:nvPr/>
        </p:nvSpPr>
        <p:spPr>
          <a:xfrm>
            <a:off x="380880" y="2633760"/>
            <a:ext cx="11428560" cy="792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7920"/>
              <a:gd name="textAreaBottom" fmla="*/ 9360 h 7920"/>
            </a:gdLst>
            <a:ah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0"/>
          <p:cNvSpPr/>
          <p:nvPr/>
        </p:nvSpPr>
        <p:spPr>
          <a:xfrm>
            <a:off x="533520" y="209556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11"/>
          <p:cNvSpPr/>
          <p:nvPr/>
        </p:nvSpPr>
        <p:spPr>
          <a:xfrm>
            <a:off x="651240" y="2200320"/>
            <a:ext cx="148680" cy="169920"/>
          </a:xfrm>
          <a:custGeom>
            <a:avLst/>
            <a:gdLst>
              <a:gd name="textAreaLeft" fmla="*/ 0 w 148680"/>
              <a:gd name="textAreaRight" fmla="*/ 150120 w 148680"/>
              <a:gd name="textAreaTop" fmla="*/ 0 h 169920"/>
              <a:gd name="textAreaBottom" fmla="*/ 171360 h 169920"/>
            </a:gdLst>
            <a:ahLst/>
            <a:rect l="textAreaLeft" t="textAreaTop" r="textAreaRight" b="textAreaBottom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12"/>
          <p:cNvSpPr/>
          <p:nvPr/>
        </p:nvSpPr>
        <p:spPr>
          <a:xfrm>
            <a:off x="1028880" y="2171880"/>
            <a:ext cx="608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Ученик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13"/>
          <p:cNvSpPr/>
          <p:nvPr/>
        </p:nvSpPr>
        <p:spPr>
          <a:xfrm>
            <a:off x="2387520" y="2171880"/>
            <a:ext cx="4713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Стандартен потребител - ученик в училището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4"/>
          <p:cNvSpPr/>
          <p:nvPr/>
        </p:nvSpPr>
        <p:spPr>
          <a:xfrm>
            <a:off x="7022880" y="2152800"/>
            <a:ext cx="779760" cy="265320"/>
          </a:xfrm>
          <a:custGeom>
            <a:avLst/>
            <a:gdLst>
              <a:gd name="textAreaLeft" fmla="*/ 0 w 779760"/>
              <a:gd name="textAreaRight" fmla="*/ 781200 w 77976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781050" h="266700">
                <a:moveTo>
                  <a:pt x="133350" y="0"/>
                </a:moveTo>
                <a:lnTo>
                  <a:pt x="647700" y="0"/>
                </a:lnTo>
                <a:cubicBezTo>
                  <a:pt x="721298" y="0"/>
                  <a:pt x="781050" y="59752"/>
                  <a:pt x="781050" y="133350"/>
                </a:cubicBezTo>
                <a:lnTo>
                  <a:pt x="781050" y="133350"/>
                </a:lnTo>
                <a:cubicBezTo>
                  <a:pt x="781050" y="206948"/>
                  <a:pt x="721298" y="266700"/>
                  <a:pt x="647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15"/>
          <p:cNvSpPr/>
          <p:nvPr/>
        </p:nvSpPr>
        <p:spPr>
          <a:xfrm>
            <a:off x="7022880" y="2152800"/>
            <a:ext cx="8463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Преглед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6"/>
          <p:cNvSpPr/>
          <p:nvPr/>
        </p:nvSpPr>
        <p:spPr>
          <a:xfrm>
            <a:off x="7878600" y="2152800"/>
            <a:ext cx="684360" cy="265320"/>
          </a:xfrm>
          <a:custGeom>
            <a:avLst/>
            <a:gdLst>
              <a:gd name="textAreaLeft" fmla="*/ 0 w 684360"/>
              <a:gd name="textAreaRight" fmla="*/ 685800 w 68436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17"/>
          <p:cNvSpPr/>
          <p:nvPr/>
        </p:nvSpPr>
        <p:spPr>
          <a:xfrm>
            <a:off x="7878600" y="2152800"/>
            <a:ext cx="7509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Заявка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8"/>
          <p:cNvSpPr/>
          <p:nvPr/>
        </p:nvSpPr>
        <p:spPr>
          <a:xfrm>
            <a:off x="8641800" y="2152800"/>
            <a:ext cx="789120" cy="265320"/>
          </a:xfrm>
          <a:custGeom>
            <a:avLst/>
            <a:gdLst>
              <a:gd name="textAreaLeft" fmla="*/ 0 w 789120"/>
              <a:gd name="textAreaRight" fmla="*/ 790560 w 78912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790575" h="266700">
                <a:moveTo>
                  <a:pt x="133350" y="0"/>
                </a:moveTo>
                <a:lnTo>
                  <a:pt x="657225" y="0"/>
                </a:lnTo>
                <a:cubicBezTo>
                  <a:pt x="730823" y="0"/>
                  <a:pt x="790575" y="59752"/>
                  <a:pt x="790575" y="133350"/>
                </a:cubicBezTo>
                <a:lnTo>
                  <a:pt x="790575" y="133350"/>
                </a:lnTo>
                <a:cubicBezTo>
                  <a:pt x="790575" y="206948"/>
                  <a:pt x="730823" y="266700"/>
                  <a:pt x="6572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19"/>
          <p:cNvSpPr/>
          <p:nvPr/>
        </p:nvSpPr>
        <p:spPr>
          <a:xfrm>
            <a:off x="8641800" y="2152800"/>
            <a:ext cx="855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История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20"/>
          <p:cNvSpPr/>
          <p:nvPr/>
        </p:nvSpPr>
        <p:spPr>
          <a:xfrm>
            <a:off x="380880" y="3328920"/>
            <a:ext cx="11428560" cy="792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7920"/>
              <a:gd name="textAreaBottom" fmla="*/ 9360 h 7920"/>
            </a:gdLst>
            <a:ah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1"/>
          <p:cNvSpPr/>
          <p:nvPr/>
        </p:nvSpPr>
        <p:spPr>
          <a:xfrm>
            <a:off x="533520" y="279072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22"/>
          <p:cNvSpPr/>
          <p:nvPr/>
        </p:nvSpPr>
        <p:spPr>
          <a:xfrm>
            <a:off x="619200" y="2895480"/>
            <a:ext cx="212760" cy="169920"/>
          </a:xfrm>
          <a:custGeom>
            <a:avLst/>
            <a:gdLst>
              <a:gd name="textAreaLeft" fmla="*/ 0 w 212760"/>
              <a:gd name="textAreaRight" fmla="*/ 214200 w 212760"/>
              <a:gd name="textAreaTop" fmla="*/ 0 h 169920"/>
              <a:gd name="textAreaBottom" fmla="*/ 171360 h 169920"/>
            </a:gdLst>
            <a:ahLst/>
            <a:rect l="textAreaLeft" t="textAreaTop" r="textAreaRight" b="textAreaBottom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23"/>
          <p:cNvSpPr/>
          <p:nvPr/>
        </p:nvSpPr>
        <p:spPr>
          <a:xfrm>
            <a:off x="1028880" y="2867040"/>
            <a:ext cx="608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Учител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24"/>
          <p:cNvSpPr/>
          <p:nvPr/>
        </p:nvSpPr>
        <p:spPr>
          <a:xfrm>
            <a:off x="2387520" y="2867040"/>
            <a:ext cx="4713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Преподавател с права за одобрение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25"/>
          <p:cNvSpPr/>
          <p:nvPr/>
        </p:nvSpPr>
        <p:spPr>
          <a:xfrm>
            <a:off x="7022880" y="2847960"/>
            <a:ext cx="970200" cy="265320"/>
          </a:xfrm>
          <a:custGeom>
            <a:avLst/>
            <a:gdLst>
              <a:gd name="textAreaLeft" fmla="*/ 0 w 970200"/>
              <a:gd name="textAreaRight" fmla="*/ 971640 w 97020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971550" h="266700">
                <a:moveTo>
                  <a:pt x="133350" y="0"/>
                </a:moveTo>
                <a:lnTo>
                  <a:pt x="838200" y="0"/>
                </a:lnTo>
                <a:cubicBezTo>
                  <a:pt x="911798" y="0"/>
                  <a:pt x="971550" y="59752"/>
                  <a:pt x="971550" y="133350"/>
                </a:cubicBezTo>
                <a:lnTo>
                  <a:pt x="971550" y="133350"/>
                </a:lnTo>
                <a:cubicBezTo>
                  <a:pt x="971550" y="206948"/>
                  <a:pt x="911798" y="266700"/>
                  <a:pt x="8382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26"/>
          <p:cNvSpPr/>
          <p:nvPr/>
        </p:nvSpPr>
        <p:spPr>
          <a:xfrm>
            <a:off x="7022880" y="2847960"/>
            <a:ext cx="10368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Одобрение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27"/>
          <p:cNvSpPr/>
          <p:nvPr/>
        </p:nvSpPr>
        <p:spPr>
          <a:xfrm>
            <a:off x="8072280" y="2847960"/>
            <a:ext cx="541440" cy="265320"/>
          </a:xfrm>
          <a:custGeom>
            <a:avLst/>
            <a:gdLst>
              <a:gd name="textAreaLeft" fmla="*/ 0 w 541440"/>
              <a:gd name="textAreaRight" fmla="*/ 542880 w 54144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542925" h="266700">
                <a:moveTo>
                  <a:pt x="133350" y="0"/>
                </a:moveTo>
                <a:lnTo>
                  <a:pt x="409575" y="0"/>
                </a:lnTo>
                <a:cubicBezTo>
                  <a:pt x="483173" y="0"/>
                  <a:pt x="542925" y="59752"/>
                  <a:pt x="542925" y="133350"/>
                </a:cubicBezTo>
                <a:lnTo>
                  <a:pt x="542925" y="133350"/>
                </a:lnTo>
                <a:cubicBezTo>
                  <a:pt x="542925" y="206948"/>
                  <a:pt x="483173" y="266700"/>
                  <a:pt x="409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28"/>
          <p:cNvSpPr/>
          <p:nvPr/>
        </p:nvSpPr>
        <p:spPr>
          <a:xfrm>
            <a:off x="8072280" y="2847960"/>
            <a:ext cx="6080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Клас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9"/>
          <p:cNvSpPr/>
          <p:nvPr/>
        </p:nvSpPr>
        <p:spPr>
          <a:xfrm>
            <a:off x="8691840" y="2847960"/>
            <a:ext cx="693720" cy="265320"/>
          </a:xfrm>
          <a:custGeom>
            <a:avLst/>
            <a:gdLst>
              <a:gd name="textAreaLeft" fmla="*/ 0 w 693720"/>
              <a:gd name="textAreaRight" fmla="*/ 695160 w 69372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30"/>
          <p:cNvSpPr/>
          <p:nvPr/>
        </p:nvSpPr>
        <p:spPr>
          <a:xfrm>
            <a:off x="8691840" y="2847960"/>
            <a:ext cx="7606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Отчети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31"/>
          <p:cNvSpPr/>
          <p:nvPr/>
        </p:nvSpPr>
        <p:spPr>
          <a:xfrm>
            <a:off x="9464400" y="2847960"/>
            <a:ext cx="760680" cy="265320"/>
          </a:xfrm>
          <a:custGeom>
            <a:avLst/>
            <a:gdLst>
              <a:gd name="textAreaLeft" fmla="*/ 0 w 760680"/>
              <a:gd name="textAreaRight" fmla="*/ 762120 w 76068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32"/>
          <p:cNvSpPr/>
          <p:nvPr/>
        </p:nvSpPr>
        <p:spPr>
          <a:xfrm>
            <a:off x="9464400" y="2847960"/>
            <a:ext cx="827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QR Скан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33"/>
          <p:cNvSpPr/>
          <p:nvPr/>
        </p:nvSpPr>
        <p:spPr>
          <a:xfrm>
            <a:off x="380880" y="4024440"/>
            <a:ext cx="11428560" cy="792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7920"/>
              <a:gd name="textAreaBottom" fmla="*/ 9360 h 7920"/>
            </a:gdLst>
            <a:ah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34"/>
          <p:cNvSpPr/>
          <p:nvPr/>
        </p:nvSpPr>
        <p:spPr>
          <a:xfrm>
            <a:off x="533520" y="348624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35"/>
          <p:cNvSpPr/>
          <p:nvPr/>
        </p:nvSpPr>
        <p:spPr>
          <a:xfrm>
            <a:off x="651240" y="3591000"/>
            <a:ext cx="148680" cy="169920"/>
          </a:xfrm>
          <a:custGeom>
            <a:avLst/>
            <a:gdLst>
              <a:gd name="textAreaLeft" fmla="*/ 0 w 148680"/>
              <a:gd name="textAreaRight" fmla="*/ 150120 w 148680"/>
              <a:gd name="textAreaTop" fmla="*/ 0 h 169920"/>
              <a:gd name="textAreaBottom" fmla="*/ 171360 h 169920"/>
            </a:gdLst>
            <a:ahLst/>
            <a:rect l="textAreaLeft" t="textAreaTop" r="textAreaRight" b="textAreaBottom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36"/>
          <p:cNvSpPr/>
          <p:nvPr/>
        </p:nvSpPr>
        <p:spPr>
          <a:xfrm>
            <a:off x="1028880" y="3562200"/>
            <a:ext cx="884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Мениджър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37"/>
          <p:cNvSpPr/>
          <p:nvPr/>
        </p:nvSpPr>
        <p:spPr>
          <a:xfrm>
            <a:off x="2387520" y="3562200"/>
            <a:ext cx="4713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Отговорник за оборудване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38"/>
          <p:cNvSpPr/>
          <p:nvPr/>
        </p:nvSpPr>
        <p:spPr>
          <a:xfrm>
            <a:off x="7022880" y="3543480"/>
            <a:ext cx="579600" cy="265320"/>
          </a:xfrm>
          <a:custGeom>
            <a:avLst/>
            <a:gdLst>
              <a:gd name="textAreaLeft" fmla="*/ 0 w 579600"/>
              <a:gd name="textAreaRight" fmla="*/ 581040 w 57960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581025" h="266700">
                <a:moveTo>
                  <a:pt x="133350" y="0"/>
                </a:moveTo>
                <a:lnTo>
                  <a:pt x="447675" y="0"/>
                </a:lnTo>
                <a:cubicBezTo>
                  <a:pt x="521273" y="0"/>
                  <a:pt x="581025" y="59752"/>
                  <a:pt x="581025" y="133350"/>
                </a:cubicBezTo>
                <a:lnTo>
                  <a:pt x="581025" y="133350"/>
                </a:lnTo>
                <a:cubicBezTo>
                  <a:pt x="581025" y="206948"/>
                  <a:pt x="521273" y="266700"/>
                  <a:pt x="447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39"/>
          <p:cNvSpPr/>
          <p:nvPr/>
        </p:nvSpPr>
        <p:spPr>
          <a:xfrm>
            <a:off x="7022880" y="3543480"/>
            <a:ext cx="646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CRUD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40"/>
          <p:cNvSpPr/>
          <p:nvPr/>
        </p:nvSpPr>
        <p:spPr>
          <a:xfrm>
            <a:off x="7678440" y="3543480"/>
            <a:ext cx="1217880" cy="265320"/>
          </a:xfrm>
          <a:custGeom>
            <a:avLst/>
            <a:gdLst>
              <a:gd name="textAreaLeft" fmla="*/ 0 w 1217880"/>
              <a:gd name="textAreaRight" fmla="*/ 1219320 w 121788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1219200" h="266700">
                <a:moveTo>
                  <a:pt x="133350" y="0"/>
                </a:moveTo>
                <a:lnTo>
                  <a:pt x="1085850" y="0"/>
                </a:lnTo>
                <a:cubicBezTo>
                  <a:pt x="1159448" y="0"/>
                  <a:pt x="1219200" y="59752"/>
                  <a:pt x="1219200" y="133350"/>
                </a:cubicBezTo>
                <a:lnTo>
                  <a:pt x="1219200" y="133350"/>
                </a:lnTo>
                <a:cubicBezTo>
                  <a:pt x="1219200" y="206948"/>
                  <a:pt x="1159448" y="266700"/>
                  <a:pt x="1085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41"/>
          <p:cNvSpPr/>
          <p:nvPr/>
        </p:nvSpPr>
        <p:spPr>
          <a:xfrm>
            <a:off x="7678440" y="3543480"/>
            <a:ext cx="12844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QR Генериране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42"/>
          <p:cNvSpPr/>
          <p:nvPr/>
        </p:nvSpPr>
        <p:spPr>
          <a:xfrm>
            <a:off x="8974800" y="3543480"/>
            <a:ext cx="989280" cy="265320"/>
          </a:xfrm>
          <a:custGeom>
            <a:avLst/>
            <a:gdLst>
              <a:gd name="textAreaLeft" fmla="*/ 0 w 989280"/>
              <a:gd name="textAreaRight" fmla="*/ 990720 w 98928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990600" h="266700">
                <a:moveTo>
                  <a:pt x="133350" y="0"/>
                </a:moveTo>
                <a:lnTo>
                  <a:pt x="857250" y="0"/>
                </a:lnTo>
                <a:cubicBezTo>
                  <a:pt x="930848" y="0"/>
                  <a:pt x="990600" y="59752"/>
                  <a:pt x="990600" y="133350"/>
                </a:cubicBezTo>
                <a:lnTo>
                  <a:pt x="990600" y="133350"/>
                </a:lnTo>
                <a:cubicBezTo>
                  <a:pt x="990600" y="206948"/>
                  <a:pt x="930848" y="266700"/>
                  <a:pt x="857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43"/>
          <p:cNvSpPr/>
          <p:nvPr/>
        </p:nvSpPr>
        <p:spPr>
          <a:xfrm>
            <a:off x="8974800" y="3543480"/>
            <a:ext cx="10558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Поддръжка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44"/>
          <p:cNvSpPr/>
          <p:nvPr/>
        </p:nvSpPr>
        <p:spPr>
          <a:xfrm>
            <a:off x="10040400" y="3543480"/>
            <a:ext cx="865440" cy="265320"/>
          </a:xfrm>
          <a:custGeom>
            <a:avLst/>
            <a:gdLst>
              <a:gd name="textAreaLeft" fmla="*/ 0 w 865440"/>
              <a:gd name="textAreaRight" fmla="*/ 866880 w 86544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866775" h="266700">
                <a:moveTo>
                  <a:pt x="133350" y="0"/>
                </a:moveTo>
                <a:lnTo>
                  <a:pt x="733425" y="0"/>
                </a:lnTo>
                <a:cubicBezTo>
                  <a:pt x="807023" y="0"/>
                  <a:pt x="866775" y="59752"/>
                  <a:pt x="866775" y="133350"/>
                </a:cubicBezTo>
                <a:lnTo>
                  <a:pt x="866775" y="133350"/>
                </a:lnTo>
                <a:cubicBezTo>
                  <a:pt x="866775" y="206948"/>
                  <a:pt x="807023" y="266700"/>
                  <a:pt x="733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45"/>
          <p:cNvSpPr/>
          <p:nvPr/>
        </p:nvSpPr>
        <p:spPr>
          <a:xfrm>
            <a:off x="10040400" y="3543480"/>
            <a:ext cx="9320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Инвентар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46"/>
          <p:cNvSpPr/>
          <p:nvPr/>
        </p:nvSpPr>
        <p:spPr>
          <a:xfrm>
            <a:off x="380880" y="4719600"/>
            <a:ext cx="11428560" cy="792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7920"/>
              <a:gd name="textAreaBottom" fmla="*/ 9360 h 7920"/>
            </a:gdLst>
            <a:ah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47"/>
          <p:cNvSpPr/>
          <p:nvPr/>
        </p:nvSpPr>
        <p:spPr>
          <a:xfrm>
            <a:off x="533520" y="418140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48"/>
          <p:cNvSpPr/>
          <p:nvPr/>
        </p:nvSpPr>
        <p:spPr>
          <a:xfrm>
            <a:off x="630000" y="4286160"/>
            <a:ext cx="191520" cy="169920"/>
          </a:xfrm>
          <a:custGeom>
            <a:avLst/>
            <a:gdLst>
              <a:gd name="textAreaLeft" fmla="*/ 0 w 191520"/>
              <a:gd name="textAreaRight" fmla="*/ 192960 w 191520"/>
              <a:gd name="textAreaTop" fmla="*/ 0 h 169920"/>
              <a:gd name="textAreaBottom" fmla="*/ 171360 h 169920"/>
            </a:gdLst>
            <a:ahLst/>
            <a:rect l="textAreaLeft" t="textAreaTop" r="textAreaRight" b="textAreaBottom"/>
            <a:pathLst>
              <a:path w="192881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99521" y="171450"/>
                </a:lnTo>
                <a:cubicBezTo>
                  <a:pt x="87399" y="157185"/>
                  <a:pt x="80367" y="138801"/>
                  <a:pt x="80367" y="119345"/>
                </a:cubicBezTo>
                <a:lnTo>
                  <a:pt x="80367" y="108931"/>
                </a:lnTo>
                <a:cubicBezTo>
                  <a:pt x="80367" y="106487"/>
                  <a:pt x="80702" y="104076"/>
                  <a:pt x="81338" y="101798"/>
                </a:cubicBezTo>
                <a:lnTo>
                  <a:pt x="65064" y="101798"/>
                </a:lnTo>
                <a:close/>
                <a:moveTo>
                  <a:pt x="149115" y="163581"/>
                </a:moveTo>
                <a:lnTo>
                  <a:pt x="144661" y="165690"/>
                </a:lnTo>
                <a:lnTo>
                  <a:pt x="144661" y="102703"/>
                </a:lnTo>
                <a:lnTo>
                  <a:pt x="176808" y="113418"/>
                </a:lnTo>
                <a:lnTo>
                  <a:pt x="176808" y="119982"/>
                </a:lnTo>
                <a:cubicBezTo>
                  <a:pt x="176808" y="138667"/>
                  <a:pt x="166025" y="155644"/>
                  <a:pt x="149115" y="163614"/>
                </a:cubicBezTo>
                <a:close/>
                <a:moveTo>
                  <a:pt x="141279" y="86897"/>
                </a:moveTo>
                <a:lnTo>
                  <a:pt x="103774" y="99387"/>
                </a:lnTo>
                <a:cubicBezTo>
                  <a:pt x="99387" y="100861"/>
                  <a:pt x="96441" y="104946"/>
                  <a:pt x="96441" y="109567"/>
                </a:cubicBezTo>
                <a:lnTo>
                  <a:pt x="96441" y="119982"/>
                </a:lnTo>
                <a:cubicBezTo>
                  <a:pt x="96441" y="144895"/>
                  <a:pt x="110840" y="167566"/>
                  <a:pt x="133343" y="178147"/>
                </a:cubicBezTo>
                <a:lnTo>
                  <a:pt x="139538" y="181061"/>
                </a:lnTo>
                <a:cubicBezTo>
                  <a:pt x="141145" y="181797"/>
                  <a:pt x="142886" y="182199"/>
                  <a:pt x="144627" y="182199"/>
                </a:cubicBezTo>
                <a:cubicBezTo>
                  <a:pt x="146369" y="182199"/>
                  <a:pt x="148144" y="181797"/>
                  <a:pt x="149717" y="181061"/>
                </a:cubicBezTo>
                <a:lnTo>
                  <a:pt x="155912" y="178147"/>
                </a:lnTo>
                <a:cubicBezTo>
                  <a:pt x="178482" y="167532"/>
                  <a:pt x="192881" y="144862"/>
                  <a:pt x="192881" y="119948"/>
                </a:cubicBezTo>
                <a:lnTo>
                  <a:pt x="192881" y="109534"/>
                </a:lnTo>
                <a:cubicBezTo>
                  <a:pt x="192881" y="104913"/>
                  <a:pt x="189934" y="100827"/>
                  <a:pt x="185548" y="99354"/>
                </a:cubicBezTo>
                <a:lnTo>
                  <a:pt x="148043" y="86864"/>
                </a:lnTo>
                <a:cubicBezTo>
                  <a:pt x="145833" y="86127"/>
                  <a:pt x="143455" y="86127"/>
                  <a:pt x="141279" y="86864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9"/>
          <p:cNvSpPr/>
          <p:nvPr/>
        </p:nvSpPr>
        <p:spPr>
          <a:xfrm>
            <a:off x="1028880" y="4257720"/>
            <a:ext cx="579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Админ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50"/>
          <p:cNvSpPr/>
          <p:nvPr/>
        </p:nvSpPr>
        <p:spPr>
          <a:xfrm>
            <a:off x="2387520" y="4257720"/>
            <a:ext cx="4713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Училищен администратор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51"/>
          <p:cNvSpPr/>
          <p:nvPr/>
        </p:nvSpPr>
        <p:spPr>
          <a:xfrm>
            <a:off x="7022880" y="4238640"/>
            <a:ext cx="1094040" cy="265320"/>
          </a:xfrm>
          <a:custGeom>
            <a:avLst/>
            <a:gdLst>
              <a:gd name="textAreaLeft" fmla="*/ 0 w 1094040"/>
              <a:gd name="textAreaRight" fmla="*/ 1095480 w 109404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1095375" h="266700">
                <a:moveTo>
                  <a:pt x="133350" y="0"/>
                </a:moveTo>
                <a:lnTo>
                  <a:pt x="962025" y="0"/>
                </a:lnTo>
                <a:cubicBezTo>
                  <a:pt x="1035623" y="0"/>
                  <a:pt x="1095375" y="59752"/>
                  <a:pt x="1095375" y="133350"/>
                </a:cubicBezTo>
                <a:lnTo>
                  <a:pt x="1095375" y="133350"/>
                </a:lnTo>
                <a:cubicBezTo>
                  <a:pt x="1095375" y="206948"/>
                  <a:pt x="1035623" y="266700"/>
                  <a:pt x="962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52"/>
          <p:cNvSpPr/>
          <p:nvPr/>
        </p:nvSpPr>
        <p:spPr>
          <a:xfrm>
            <a:off x="7022880" y="4238640"/>
            <a:ext cx="11606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Потребители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53"/>
          <p:cNvSpPr/>
          <p:nvPr/>
        </p:nvSpPr>
        <p:spPr>
          <a:xfrm>
            <a:off x="8196840" y="4238640"/>
            <a:ext cx="932040" cy="265320"/>
          </a:xfrm>
          <a:custGeom>
            <a:avLst/>
            <a:gdLst>
              <a:gd name="textAreaLeft" fmla="*/ 0 w 932040"/>
              <a:gd name="textAreaRight" fmla="*/ 933480 w 93204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933450" h="266700">
                <a:moveTo>
                  <a:pt x="133350" y="0"/>
                </a:moveTo>
                <a:lnTo>
                  <a:pt x="800100" y="0"/>
                </a:lnTo>
                <a:cubicBezTo>
                  <a:pt x="873698" y="0"/>
                  <a:pt x="933450" y="59752"/>
                  <a:pt x="933450" y="133350"/>
                </a:cubicBezTo>
                <a:lnTo>
                  <a:pt x="933450" y="133350"/>
                </a:lnTo>
                <a:cubicBezTo>
                  <a:pt x="933450" y="206948"/>
                  <a:pt x="873698" y="266700"/>
                  <a:pt x="800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54"/>
          <p:cNvSpPr/>
          <p:nvPr/>
        </p:nvSpPr>
        <p:spPr>
          <a:xfrm>
            <a:off x="8196840" y="4238640"/>
            <a:ext cx="9986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Настройки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55"/>
          <p:cNvSpPr/>
          <p:nvPr/>
        </p:nvSpPr>
        <p:spPr>
          <a:xfrm>
            <a:off x="9205200" y="4238640"/>
            <a:ext cx="1027440" cy="265320"/>
          </a:xfrm>
          <a:custGeom>
            <a:avLst/>
            <a:gdLst>
              <a:gd name="textAreaLeft" fmla="*/ 0 w 1027440"/>
              <a:gd name="textAreaRight" fmla="*/ 1028880 w 102744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56"/>
          <p:cNvSpPr/>
          <p:nvPr/>
        </p:nvSpPr>
        <p:spPr>
          <a:xfrm>
            <a:off x="9205200" y="4238640"/>
            <a:ext cx="1032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PDF Отчети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57"/>
          <p:cNvSpPr/>
          <p:nvPr/>
        </p:nvSpPr>
        <p:spPr>
          <a:xfrm>
            <a:off x="10239120" y="4238640"/>
            <a:ext cx="789120" cy="265320"/>
          </a:xfrm>
          <a:custGeom>
            <a:avLst/>
            <a:gdLst>
              <a:gd name="textAreaLeft" fmla="*/ 0 w 789120"/>
              <a:gd name="textAreaRight" fmla="*/ 790560 w 78912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790575" h="266700">
                <a:moveTo>
                  <a:pt x="133350" y="0"/>
                </a:moveTo>
                <a:lnTo>
                  <a:pt x="657225" y="0"/>
                </a:lnTo>
                <a:cubicBezTo>
                  <a:pt x="730823" y="0"/>
                  <a:pt x="790575" y="59752"/>
                  <a:pt x="790575" y="133350"/>
                </a:cubicBezTo>
                <a:lnTo>
                  <a:pt x="790575" y="133350"/>
                </a:lnTo>
                <a:cubicBezTo>
                  <a:pt x="790575" y="206948"/>
                  <a:pt x="730823" y="266700"/>
                  <a:pt x="6572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58"/>
          <p:cNvSpPr/>
          <p:nvPr/>
        </p:nvSpPr>
        <p:spPr>
          <a:xfrm>
            <a:off x="10239120" y="4238640"/>
            <a:ext cx="855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Анализи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59"/>
          <p:cNvSpPr/>
          <p:nvPr/>
        </p:nvSpPr>
        <p:spPr>
          <a:xfrm>
            <a:off x="533520" y="487692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60"/>
          <p:cNvSpPr/>
          <p:nvPr/>
        </p:nvSpPr>
        <p:spPr>
          <a:xfrm>
            <a:off x="630000" y="4981680"/>
            <a:ext cx="191520" cy="169920"/>
          </a:xfrm>
          <a:custGeom>
            <a:avLst/>
            <a:gdLst>
              <a:gd name="textAreaLeft" fmla="*/ 0 w 191520"/>
              <a:gd name="textAreaRight" fmla="*/ 192960 w 191520"/>
              <a:gd name="textAreaTop" fmla="*/ 0 h 169920"/>
              <a:gd name="textAreaBottom" fmla="*/ 171360 h 169920"/>
            </a:gdLst>
            <a:ahLst/>
            <a:rect l="textAreaLeft" t="textAreaTop" r="textAreaRight" b="textAreaBottom"/>
            <a:pathLst>
              <a:path w="192881" h="171450">
                <a:moveTo>
                  <a:pt x="104812" y="29200"/>
                </a:moveTo>
                <a:cubicBezTo>
                  <a:pt x="107893" y="26756"/>
                  <a:pt x="109835" y="22972"/>
                  <a:pt x="109835" y="18752"/>
                </a:cubicBezTo>
                <a:cubicBezTo>
                  <a:pt x="109835" y="11352"/>
                  <a:pt x="103841" y="5358"/>
                  <a:pt x="96441" y="5358"/>
                </a:cubicBezTo>
                <a:cubicBezTo>
                  <a:pt x="89040" y="5358"/>
                  <a:pt x="83046" y="11352"/>
                  <a:pt x="83046" y="18752"/>
                </a:cubicBezTo>
                <a:cubicBezTo>
                  <a:pt x="83046" y="22972"/>
                  <a:pt x="85022" y="26756"/>
                  <a:pt x="88069" y="29200"/>
                </a:cubicBezTo>
                <a:lnTo>
                  <a:pt x="65164" y="65231"/>
                </a:lnTo>
                <a:cubicBezTo>
                  <a:pt x="61816" y="70489"/>
                  <a:pt x="54683" y="71795"/>
                  <a:pt x="49694" y="68044"/>
                </a:cubicBezTo>
                <a:lnTo>
                  <a:pt x="29769" y="53143"/>
                </a:lnTo>
                <a:cubicBezTo>
                  <a:pt x="31276" y="51000"/>
                  <a:pt x="32147" y="48354"/>
                  <a:pt x="32147" y="45541"/>
                </a:cubicBezTo>
                <a:cubicBezTo>
                  <a:pt x="32147" y="38141"/>
                  <a:pt x="26153" y="32147"/>
                  <a:pt x="18752" y="32147"/>
                </a:cubicBezTo>
                <a:cubicBezTo>
                  <a:pt x="11352" y="32147"/>
                  <a:pt x="5358" y="38141"/>
                  <a:pt x="5358" y="45541"/>
                </a:cubicBezTo>
                <a:cubicBezTo>
                  <a:pt x="5358" y="52841"/>
                  <a:pt x="11218" y="58802"/>
                  <a:pt x="18484" y="58936"/>
                </a:cubicBezTo>
                <a:lnTo>
                  <a:pt x="29401" y="131769"/>
                </a:lnTo>
                <a:cubicBezTo>
                  <a:pt x="30975" y="142250"/>
                  <a:pt x="39983" y="150019"/>
                  <a:pt x="50598" y="150019"/>
                </a:cubicBezTo>
                <a:lnTo>
                  <a:pt x="142283" y="150019"/>
                </a:lnTo>
                <a:cubicBezTo>
                  <a:pt x="152899" y="150019"/>
                  <a:pt x="161906" y="142250"/>
                  <a:pt x="163480" y="131769"/>
                </a:cubicBezTo>
                <a:lnTo>
                  <a:pt x="174397" y="58936"/>
                </a:lnTo>
                <a:cubicBezTo>
                  <a:pt x="181663" y="58802"/>
                  <a:pt x="187523" y="52841"/>
                  <a:pt x="187523" y="45541"/>
                </a:cubicBezTo>
                <a:cubicBezTo>
                  <a:pt x="187523" y="38141"/>
                  <a:pt x="181529" y="32147"/>
                  <a:pt x="174129" y="32147"/>
                </a:cubicBezTo>
                <a:cubicBezTo>
                  <a:pt x="166728" y="32147"/>
                  <a:pt x="160734" y="38141"/>
                  <a:pt x="160734" y="45541"/>
                </a:cubicBezTo>
                <a:cubicBezTo>
                  <a:pt x="160734" y="48354"/>
                  <a:pt x="161605" y="51000"/>
                  <a:pt x="163112" y="53143"/>
                </a:cubicBezTo>
                <a:lnTo>
                  <a:pt x="143221" y="68078"/>
                </a:lnTo>
                <a:cubicBezTo>
                  <a:pt x="138232" y="71828"/>
                  <a:pt x="131099" y="70522"/>
                  <a:pt x="127750" y="65265"/>
                </a:cubicBezTo>
                <a:lnTo>
                  <a:pt x="104812" y="29200"/>
                </a:ln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61"/>
          <p:cNvSpPr/>
          <p:nvPr/>
        </p:nvSpPr>
        <p:spPr>
          <a:xfrm>
            <a:off x="1028880" y="4952880"/>
            <a:ext cx="941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Сис. Админ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62"/>
          <p:cNvSpPr/>
          <p:nvPr/>
        </p:nvSpPr>
        <p:spPr>
          <a:xfrm>
            <a:off x="2387520" y="4952880"/>
            <a:ext cx="4713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Глобален системен администратор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63"/>
          <p:cNvSpPr/>
          <p:nvPr/>
        </p:nvSpPr>
        <p:spPr>
          <a:xfrm>
            <a:off x="7022880" y="4933800"/>
            <a:ext cx="827280" cy="265320"/>
          </a:xfrm>
          <a:custGeom>
            <a:avLst/>
            <a:gdLst>
              <a:gd name="textAreaLeft" fmla="*/ 0 w 827280"/>
              <a:gd name="textAreaRight" fmla="*/ 828720 w 82728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828675" h="266700">
                <a:moveTo>
                  <a:pt x="133350" y="0"/>
                </a:moveTo>
                <a:lnTo>
                  <a:pt x="695325" y="0"/>
                </a:lnTo>
                <a:cubicBezTo>
                  <a:pt x="768923" y="0"/>
                  <a:pt x="828675" y="59752"/>
                  <a:pt x="828675" y="133350"/>
                </a:cubicBezTo>
                <a:lnTo>
                  <a:pt x="828675" y="133350"/>
                </a:lnTo>
                <a:cubicBezTo>
                  <a:pt x="828675" y="206948"/>
                  <a:pt x="768923" y="266700"/>
                  <a:pt x="6953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64"/>
          <p:cNvSpPr/>
          <p:nvPr/>
        </p:nvSpPr>
        <p:spPr>
          <a:xfrm>
            <a:off x="7022880" y="4933800"/>
            <a:ext cx="8938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f4444"/>
                </a:solidFill>
                <a:latin typeface="Quattrocento Sans"/>
                <a:ea typeface="Quattrocento Sans"/>
              </a:rPr>
              <a:t>Училища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65"/>
          <p:cNvSpPr/>
          <p:nvPr/>
        </p:nvSpPr>
        <p:spPr>
          <a:xfrm>
            <a:off x="7923600" y="4933800"/>
            <a:ext cx="874800" cy="265320"/>
          </a:xfrm>
          <a:custGeom>
            <a:avLst/>
            <a:gdLst>
              <a:gd name="textAreaLeft" fmla="*/ 0 w 874800"/>
              <a:gd name="textAreaRight" fmla="*/ 876240 w 87480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876300" h="266700">
                <a:moveTo>
                  <a:pt x="133350" y="0"/>
                </a:moveTo>
                <a:lnTo>
                  <a:pt x="742950" y="0"/>
                </a:lnTo>
                <a:cubicBezTo>
                  <a:pt x="816548" y="0"/>
                  <a:pt x="876300" y="59752"/>
                  <a:pt x="876300" y="133350"/>
                </a:cubicBezTo>
                <a:lnTo>
                  <a:pt x="876300" y="133350"/>
                </a:lnTo>
                <a:cubicBezTo>
                  <a:pt x="876300" y="206948"/>
                  <a:pt x="816548" y="266700"/>
                  <a:pt x="7429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66"/>
          <p:cNvSpPr/>
          <p:nvPr/>
        </p:nvSpPr>
        <p:spPr>
          <a:xfrm>
            <a:off x="7923600" y="4933800"/>
            <a:ext cx="9414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f4444"/>
                </a:solidFill>
                <a:latin typeface="Quattrocento Sans"/>
                <a:ea typeface="Quattrocento Sans"/>
              </a:rPr>
              <a:t>Глобални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67"/>
          <p:cNvSpPr/>
          <p:nvPr/>
        </p:nvSpPr>
        <p:spPr>
          <a:xfrm>
            <a:off x="8874000" y="4933800"/>
            <a:ext cx="874800" cy="265320"/>
          </a:xfrm>
          <a:custGeom>
            <a:avLst/>
            <a:gdLst>
              <a:gd name="textAreaLeft" fmla="*/ 0 w 874800"/>
              <a:gd name="textAreaRight" fmla="*/ 876240 w 87480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876300" h="266700">
                <a:moveTo>
                  <a:pt x="133350" y="0"/>
                </a:moveTo>
                <a:lnTo>
                  <a:pt x="742950" y="0"/>
                </a:lnTo>
                <a:cubicBezTo>
                  <a:pt x="816548" y="0"/>
                  <a:pt x="876300" y="59752"/>
                  <a:pt x="876300" y="133350"/>
                </a:cubicBezTo>
                <a:lnTo>
                  <a:pt x="876300" y="133350"/>
                </a:lnTo>
                <a:cubicBezTo>
                  <a:pt x="876300" y="206948"/>
                  <a:pt x="816548" y="266700"/>
                  <a:pt x="7429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68"/>
          <p:cNvSpPr/>
          <p:nvPr/>
        </p:nvSpPr>
        <p:spPr>
          <a:xfrm>
            <a:off x="8838000" y="4933800"/>
            <a:ext cx="11833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f4444"/>
                </a:solidFill>
                <a:latin typeface="Quattrocento Sans"/>
                <a:ea typeface="Quattrocento Sans"/>
              </a:rPr>
              <a:t>Миграции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69"/>
          <p:cNvSpPr/>
          <p:nvPr/>
        </p:nvSpPr>
        <p:spPr>
          <a:xfrm>
            <a:off x="9829080" y="4933800"/>
            <a:ext cx="1027440" cy="265320"/>
          </a:xfrm>
          <a:custGeom>
            <a:avLst/>
            <a:gdLst>
              <a:gd name="textAreaLeft" fmla="*/ 0 w 1027440"/>
              <a:gd name="textAreaRight" fmla="*/ 1028880 w 1027440"/>
              <a:gd name="textAreaTop" fmla="*/ 0 h 265320"/>
              <a:gd name="textAreaBottom" fmla="*/ 266760 h 265320"/>
            </a:gdLst>
            <a:ahLst/>
            <a:rect l="textAreaLeft" t="textAreaTop" r="textAreaRight" b="textAreaBottom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f444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70"/>
          <p:cNvSpPr/>
          <p:nvPr/>
        </p:nvSpPr>
        <p:spPr>
          <a:xfrm>
            <a:off x="9793080" y="4933800"/>
            <a:ext cx="11426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38160" bIns="3816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f4444"/>
                </a:solidFill>
                <a:latin typeface="Quattrocento Sans"/>
                <a:ea typeface="Quattrocento Sans"/>
              </a:rPr>
              <a:t>Мониторинг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71"/>
          <p:cNvSpPr/>
          <p:nvPr/>
        </p:nvSpPr>
        <p:spPr>
          <a:xfrm>
            <a:off x="380880" y="5562720"/>
            <a:ext cx="11428560" cy="98928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989280"/>
              <a:gd name="textAreaBottom" fmla="*/ 990720 h 989280"/>
            </a:gdLst>
            <a:ahLst/>
            <a:rect l="textAreaLeft" t="textAreaTop" r="textAreaRight" b="textAreaBottom"/>
            <a:pathLst>
              <a:path w="11430000" h="990600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838196"/>
                </a:lnTo>
                <a:cubicBezTo>
                  <a:pt x="11430000" y="922366"/>
                  <a:pt x="11361766" y="990600"/>
                  <a:pt x="112775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72"/>
          <p:cNvSpPr/>
          <p:nvPr/>
        </p:nvSpPr>
        <p:spPr>
          <a:xfrm>
            <a:off x="657360" y="5886360"/>
            <a:ext cx="255600" cy="341640"/>
          </a:xfrm>
          <a:custGeom>
            <a:avLst/>
            <a:gdLst>
              <a:gd name="textAreaLeft" fmla="*/ 0 w 255600"/>
              <a:gd name="textAreaRight" fmla="*/ 257040 w 25560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257175" h="342900">
                <a:moveTo>
                  <a:pt x="85725" y="64294"/>
                </a:moveTo>
                <a:lnTo>
                  <a:pt x="85725" y="107156"/>
                </a:lnTo>
                <a:lnTo>
                  <a:pt x="171450" y="107156"/>
                </a:lnTo>
                <a:lnTo>
                  <a:pt x="171450" y="64294"/>
                </a:lnTo>
                <a:cubicBezTo>
                  <a:pt x="171450" y="40652"/>
                  <a:pt x="152229" y="21431"/>
                  <a:pt x="128588" y="21431"/>
                </a:cubicBezTo>
                <a:cubicBezTo>
                  <a:pt x="104946" y="21431"/>
                  <a:pt x="85725" y="40652"/>
                  <a:pt x="85725" y="64294"/>
                </a:cubicBezTo>
                <a:close/>
                <a:moveTo>
                  <a:pt x="42863" y="107156"/>
                </a:moveTo>
                <a:lnTo>
                  <a:pt x="42863" y="64294"/>
                </a:lnTo>
                <a:cubicBezTo>
                  <a:pt x="42863" y="16944"/>
                  <a:pt x="81238" y="-21431"/>
                  <a:pt x="128588" y="-21431"/>
                </a:cubicBezTo>
                <a:cubicBezTo>
                  <a:pt x="175937" y="-21431"/>
                  <a:pt x="214313" y="16944"/>
                  <a:pt x="214313" y="64294"/>
                </a:cubicBezTo>
                <a:lnTo>
                  <a:pt x="214313" y="107156"/>
                </a:lnTo>
                <a:cubicBezTo>
                  <a:pt x="237954" y="107156"/>
                  <a:pt x="257175" y="126377"/>
                  <a:pt x="257175" y="150019"/>
                </a:cubicBezTo>
                <a:lnTo>
                  <a:pt x="257175" y="300038"/>
                </a:lnTo>
                <a:cubicBezTo>
                  <a:pt x="257175" y="323679"/>
                  <a:pt x="237954" y="342900"/>
                  <a:pt x="214313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150019"/>
                </a:lnTo>
                <a:cubicBezTo>
                  <a:pt x="0" y="126377"/>
                  <a:pt x="19221" y="107156"/>
                  <a:pt x="42863" y="1071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73"/>
          <p:cNvSpPr/>
          <p:nvPr/>
        </p:nvSpPr>
        <p:spPr>
          <a:xfrm>
            <a:off x="1152360" y="5772240"/>
            <a:ext cx="60375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Liter"/>
                <a:ea typeface="Liter"/>
              </a:rPr>
              <a:t>Middleware Проверка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74"/>
          <p:cNvSpPr/>
          <p:nvPr/>
        </p:nvSpPr>
        <p:spPr>
          <a:xfrm>
            <a:off x="1152360" y="6114960"/>
            <a:ext cx="639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ffffff">
                    <a:alpha val="95000"/>
                  </a:srgbClr>
                </a:solidFill>
                <a:latin typeface="Quattrocento Sans"/>
                <a:ea typeface="Quattrocento Sans"/>
              </a:rPr>
              <a:t>Всяка заявка преминава през авторизационен middleware преди достъп до ресурси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75"/>
          <p:cNvSpPr/>
          <p:nvPr/>
        </p:nvSpPr>
        <p:spPr>
          <a:xfrm>
            <a:off x="9810360" y="5753160"/>
            <a:ext cx="18082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100%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76"/>
          <p:cNvSpPr/>
          <p:nvPr/>
        </p:nvSpPr>
        <p:spPr>
          <a:xfrm>
            <a:off x="9601200" y="6134040"/>
            <a:ext cx="2017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0" lang="en-US" sz="120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защитени endpoint-ове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0"/>
          <p:cNvSpPr/>
          <p:nvPr/>
        </p:nvSpPr>
        <p:spPr>
          <a:xfrm>
            <a:off x="380880" y="38088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1"/>
          <p:cNvSpPr/>
          <p:nvPr/>
        </p:nvSpPr>
        <p:spPr>
          <a:xfrm>
            <a:off x="514440" y="514440"/>
            <a:ext cx="189000" cy="189000"/>
          </a:xfrm>
          <a:custGeom>
            <a:avLst/>
            <a:gdLst>
              <a:gd name="textAreaLeft" fmla="*/ 0 w 189000"/>
              <a:gd name="textAreaRight" fmla="*/ 190440 w 18900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2"/>
          <p:cNvSpPr/>
          <p:nvPr/>
        </p:nvSpPr>
        <p:spPr>
          <a:xfrm>
            <a:off x="952560" y="380880"/>
            <a:ext cx="3875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Работен Процес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3"/>
          <p:cNvSpPr/>
          <p:nvPr/>
        </p:nvSpPr>
        <p:spPr>
          <a:xfrm>
            <a:off x="952560" y="914400"/>
            <a:ext cx="10952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Автоматизиран процес от заявка до връщане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4"/>
          <p:cNvSpPr/>
          <p:nvPr/>
        </p:nvSpPr>
        <p:spPr>
          <a:xfrm>
            <a:off x="380880" y="1371600"/>
            <a:ext cx="11428560" cy="255132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2551320"/>
              <a:gd name="textAreaBottom" fmla="*/ 2552760 h 2551320"/>
            </a:gdLst>
            <a:ahLst/>
            <a:rect l="textAreaLeft" t="textAreaTop" r="textAreaRight" b="textAreaBottom"/>
            <a:pathLst>
              <a:path w="11430000" h="2552700">
                <a:moveTo>
                  <a:pt x="152396" y="0"/>
                </a:moveTo>
                <a:lnTo>
                  <a:pt x="11277604" y="0"/>
                </a:lnTo>
                <a:cubicBezTo>
                  <a:pt x="11361770" y="0"/>
                  <a:pt x="11430000" y="68230"/>
                  <a:pt x="11430000" y="152396"/>
                </a:cubicBezTo>
                <a:lnTo>
                  <a:pt x="11430000" y="2400304"/>
                </a:lnTo>
                <a:cubicBezTo>
                  <a:pt x="11430000" y="2484470"/>
                  <a:pt x="11361770" y="2552700"/>
                  <a:pt x="11277604" y="2552700"/>
                </a:cubicBezTo>
                <a:lnTo>
                  <a:pt x="152396" y="2552700"/>
                </a:lnTo>
                <a:cubicBezTo>
                  <a:pt x="68230" y="2552700"/>
                  <a:pt x="0" y="2484470"/>
                  <a:pt x="0" y="24003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37960" dir="5400000" dist="1904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5"/>
          <p:cNvSpPr/>
          <p:nvPr/>
        </p:nvSpPr>
        <p:spPr>
          <a:xfrm>
            <a:off x="1301760" y="1600200"/>
            <a:ext cx="760680" cy="760680"/>
          </a:xfrm>
          <a:custGeom>
            <a:avLst/>
            <a:gdLst>
              <a:gd name="textAreaLeft" fmla="*/ 0 w 760680"/>
              <a:gd name="textAreaRight" fmla="*/ 762120 w 7606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6"/>
          <p:cNvSpPr/>
          <p:nvPr/>
        </p:nvSpPr>
        <p:spPr>
          <a:xfrm>
            <a:off x="1542240" y="18381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63203" y="12111"/>
                </a:moveTo>
                <a:cubicBezTo>
                  <a:pt x="250980" y="-112"/>
                  <a:pt x="231223" y="-112"/>
                  <a:pt x="219001" y="12111"/>
                </a:cubicBezTo>
                <a:lnTo>
                  <a:pt x="205383" y="25729"/>
                </a:lnTo>
                <a:lnTo>
                  <a:pt x="260021" y="80367"/>
                </a:lnTo>
                <a:lnTo>
                  <a:pt x="273639" y="66749"/>
                </a:lnTo>
                <a:cubicBezTo>
                  <a:pt x="285862" y="54527"/>
                  <a:pt x="285862" y="34770"/>
                  <a:pt x="273639" y="22547"/>
                </a:cubicBezTo>
                <a:lnTo>
                  <a:pt x="263203" y="12111"/>
                </a:lnTo>
                <a:close/>
                <a:moveTo>
                  <a:pt x="96217" y="134894"/>
                </a:moveTo>
                <a:cubicBezTo>
                  <a:pt x="92813" y="138299"/>
                  <a:pt x="90190" y="142484"/>
                  <a:pt x="88683" y="147117"/>
                </a:cubicBezTo>
                <a:lnTo>
                  <a:pt x="72163" y="196676"/>
                </a:lnTo>
                <a:cubicBezTo>
                  <a:pt x="70545" y="201476"/>
                  <a:pt x="71828" y="206778"/>
                  <a:pt x="75400" y="210406"/>
                </a:cubicBezTo>
                <a:cubicBezTo>
                  <a:pt x="78972" y="214033"/>
                  <a:pt x="84274" y="215261"/>
                  <a:pt x="89129" y="213643"/>
                </a:cubicBezTo>
                <a:lnTo>
                  <a:pt x="138689" y="197123"/>
                </a:lnTo>
                <a:cubicBezTo>
                  <a:pt x="143266" y="195616"/>
                  <a:pt x="147451" y="192993"/>
                  <a:pt x="150912" y="189588"/>
                </a:cubicBezTo>
                <a:lnTo>
                  <a:pt x="241102" y="99287"/>
                </a:lnTo>
                <a:lnTo>
                  <a:pt x="186463" y="44648"/>
                </a:lnTo>
                <a:lnTo>
                  <a:pt x="96217" y="134894"/>
                </a:lnTo>
                <a:close/>
                <a:moveTo>
                  <a:pt x="53578" y="35719"/>
                </a:moveTo>
                <a:cubicBezTo>
                  <a:pt x="23999" y="35719"/>
                  <a:pt x="0" y="59717"/>
                  <a:pt x="0" y="89297"/>
                </a:cubicBezTo>
                <a:lnTo>
                  <a:pt x="0" y="232172"/>
                </a:lnTo>
                <a:cubicBezTo>
                  <a:pt x="0" y="261751"/>
                  <a:pt x="23999" y="285750"/>
                  <a:pt x="53578" y="285750"/>
                </a:cubicBezTo>
                <a:lnTo>
                  <a:pt x="196453" y="285750"/>
                </a:lnTo>
                <a:cubicBezTo>
                  <a:pt x="226033" y="285750"/>
                  <a:pt x="250031" y="261751"/>
                  <a:pt x="250031" y="232172"/>
                </a:cubicBezTo>
                <a:lnTo>
                  <a:pt x="250031" y="178594"/>
                </a:lnTo>
                <a:cubicBezTo>
                  <a:pt x="250031" y="168715"/>
                  <a:pt x="242050" y="160734"/>
                  <a:pt x="232172" y="160734"/>
                </a:cubicBezTo>
                <a:cubicBezTo>
                  <a:pt x="222293" y="160734"/>
                  <a:pt x="214313" y="168715"/>
                  <a:pt x="214313" y="178594"/>
                </a:cubicBezTo>
                <a:lnTo>
                  <a:pt x="214313" y="232172"/>
                </a:lnTo>
                <a:cubicBezTo>
                  <a:pt x="214313" y="242050"/>
                  <a:pt x="206332" y="250031"/>
                  <a:pt x="196453" y="250031"/>
                </a:cubicBezTo>
                <a:lnTo>
                  <a:pt x="53578" y="250031"/>
                </a:lnTo>
                <a:cubicBezTo>
                  <a:pt x="43700" y="250031"/>
                  <a:pt x="35719" y="242050"/>
                  <a:pt x="35719" y="232172"/>
                </a:cubicBezTo>
                <a:lnTo>
                  <a:pt x="35719" y="89297"/>
                </a:lnTo>
                <a:cubicBezTo>
                  <a:pt x="35719" y="79418"/>
                  <a:pt x="43700" y="71438"/>
                  <a:pt x="53578" y="71438"/>
                </a:cubicBezTo>
                <a:lnTo>
                  <a:pt x="107156" y="71438"/>
                </a:lnTo>
                <a:cubicBezTo>
                  <a:pt x="117035" y="71438"/>
                  <a:pt x="125016" y="63457"/>
                  <a:pt x="125016" y="53578"/>
                </a:cubicBezTo>
                <a:cubicBezTo>
                  <a:pt x="125016" y="43700"/>
                  <a:pt x="117035" y="35719"/>
                  <a:pt x="107156" y="35719"/>
                </a:cubicBezTo>
                <a:lnTo>
                  <a:pt x="53578" y="357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7"/>
          <p:cNvSpPr/>
          <p:nvPr/>
        </p:nvSpPr>
        <p:spPr>
          <a:xfrm>
            <a:off x="1143000" y="2476440"/>
            <a:ext cx="11419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Заявка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8"/>
          <p:cNvSpPr/>
          <p:nvPr/>
        </p:nvSpPr>
        <p:spPr>
          <a:xfrm>
            <a:off x="571680" y="2819520"/>
            <a:ext cx="22179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Ученик подава заявка за оборудване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9"/>
          <p:cNvSpPr/>
          <p:nvPr/>
        </p:nvSpPr>
        <p:spPr>
          <a:xfrm>
            <a:off x="1316160" y="3352680"/>
            <a:ext cx="731880" cy="341640"/>
          </a:xfrm>
          <a:custGeom>
            <a:avLst/>
            <a:gdLst>
              <a:gd name="textAreaLeft" fmla="*/ 0 w 731880"/>
              <a:gd name="textAreaRight" fmla="*/ 733320 w 73188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733425" h="342900">
                <a:moveTo>
                  <a:pt x="76199" y="0"/>
                </a:moveTo>
                <a:lnTo>
                  <a:pt x="657226" y="0"/>
                </a:lnTo>
                <a:cubicBezTo>
                  <a:pt x="699309" y="0"/>
                  <a:pt x="733425" y="34116"/>
                  <a:pt x="733425" y="76199"/>
                </a:cubicBezTo>
                <a:lnTo>
                  <a:pt x="733425" y="266701"/>
                </a:lnTo>
                <a:cubicBezTo>
                  <a:pt x="733425" y="308784"/>
                  <a:pt x="699309" y="342900"/>
                  <a:pt x="657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10"/>
          <p:cNvSpPr/>
          <p:nvPr/>
        </p:nvSpPr>
        <p:spPr>
          <a:xfrm>
            <a:off x="1435320" y="3429000"/>
            <a:ext cx="493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~2 мин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1"/>
          <p:cNvSpPr/>
          <p:nvPr/>
        </p:nvSpPr>
        <p:spPr>
          <a:xfrm>
            <a:off x="2974680" y="23907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12"/>
          <p:cNvSpPr/>
          <p:nvPr/>
        </p:nvSpPr>
        <p:spPr>
          <a:xfrm>
            <a:off x="2908080" y="2714760"/>
            <a:ext cx="474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Имейл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3"/>
          <p:cNvSpPr/>
          <p:nvPr/>
        </p:nvSpPr>
        <p:spPr>
          <a:xfrm>
            <a:off x="4166640" y="1600200"/>
            <a:ext cx="760680" cy="760680"/>
          </a:xfrm>
          <a:custGeom>
            <a:avLst/>
            <a:gdLst>
              <a:gd name="textAreaLeft" fmla="*/ 0 w 760680"/>
              <a:gd name="textAreaRight" fmla="*/ 762120 w 7606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f59e0b"/>
              </a:gs>
              <a:gs pos="100000">
                <a:srgbClr val="f59e0b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4"/>
          <p:cNvSpPr/>
          <p:nvPr/>
        </p:nvSpPr>
        <p:spPr>
          <a:xfrm>
            <a:off x="4407120" y="18381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15"/>
          <p:cNvSpPr/>
          <p:nvPr/>
        </p:nvSpPr>
        <p:spPr>
          <a:xfrm>
            <a:off x="3886200" y="2476440"/>
            <a:ext cx="1370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Известие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16"/>
          <p:cNvSpPr/>
          <p:nvPr/>
        </p:nvSpPr>
        <p:spPr>
          <a:xfrm>
            <a:off x="3436560" y="2819520"/>
            <a:ext cx="22179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Известе до учителя за нова заявка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7"/>
          <p:cNvSpPr/>
          <p:nvPr/>
        </p:nvSpPr>
        <p:spPr>
          <a:xfrm>
            <a:off x="4030560" y="3352680"/>
            <a:ext cx="1036800" cy="341640"/>
          </a:xfrm>
          <a:custGeom>
            <a:avLst/>
            <a:gdLst>
              <a:gd name="textAreaLeft" fmla="*/ 0 w 1036800"/>
              <a:gd name="textAreaRight" fmla="*/ 1038240 w 103680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038225" h="342900">
                <a:moveTo>
                  <a:pt x="76199" y="0"/>
                </a:moveTo>
                <a:lnTo>
                  <a:pt x="962026" y="0"/>
                </a:lnTo>
                <a:cubicBezTo>
                  <a:pt x="1004109" y="0"/>
                  <a:pt x="1038225" y="34116"/>
                  <a:pt x="1038225" y="76199"/>
                </a:cubicBezTo>
                <a:lnTo>
                  <a:pt x="1038225" y="266701"/>
                </a:lnTo>
                <a:cubicBezTo>
                  <a:pt x="1038225" y="308784"/>
                  <a:pt x="1004109" y="342900"/>
                  <a:pt x="962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18"/>
          <p:cNvSpPr/>
          <p:nvPr/>
        </p:nvSpPr>
        <p:spPr>
          <a:xfrm>
            <a:off x="4149720" y="3429000"/>
            <a:ext cx="798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Мигновено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9"/>
          <p:cNvSpPr/>
          <p:nvPr/>
        </p:nvSpPr>
        <p:spPr>
          <a:xfrm>
            <a:off x="5983920" y="23907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20"/>
          <p:cNvSpPr/>
          <p:nvPr/>
        </p:nvSpPr>
        <p:spPr>
          <a:xfrm>
            <a:off x="5772960" y="2714760"/>
            <a:ext cx="7700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Одобрение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1"/>
          <p:cNvSpPr/>
          <p:nvPr/>
        </p:nvSpPr>
        <p:spPr>
          <a:xfrm>
            <a:off x="7320240" y="1600200"/>
            <a:ext cx="760680" cy="760680"/>
          </a:xfrm>
          <a:custGeom>
            <a:avLst/>
            <a:gdLst>
              <a:gd name="textAreaLeft" fmla="*/ 0 w 760680"/>
              <a:gd name="textAreaRight" fmla="*/ 762120 w 7606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2"/>
          <p:cNvSpPr/>
          <p:nvPr/>
        </p:nvSpPr>
        <p:spPr>
          <a:xfrm>
            <a:off x="7560720" y="18381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23"/>
          <p:cNvSpPr/>
          <p:nvPr/>
        </p:nvSpPr>
        <p:spPr>
          <a:xfrm>
            <a:off x="7049880" y="2476440"/>
            <a:ext cx="1370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Одобрение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24"/>
          <p:cNvSpPr/>
          <p:nvPr/>
        </p:nvSpPr>
        <p:spPr>
          <a:xfrm>
            <a:off x="6590160" y="2819520"/>
            <a:ext cx="22179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Учителят одобрява или отказва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5"/>
          <p:cNvSpPr/>
          <p:nvPr/>
        </p:nvSpPr>
        <p:spPr>
          <a:xfrm>
            <a:off x="7290000" y="3352680"/>
            <a:ext cx="817560" cy="341640"/>
          </a:xfrm>
          <a:custGeom>
            <a:avLst/>
            <a:gdLst>
              <a:gd name="textAreaLeft" fmla="*/ 0 w 817560"/>
              <a:gd name="textAreaRight" fmla="*/ 819000 w 81756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819150" h="342900">
                <a:moveTo>
                  <a:pt x="76199" y="0"/>
                </a:moveTo>
                <a:lnTo>
                  <a:pt x="742951" y="0"/>
                </a:lnTo>
                <a:cubicBezTo>
                  <a:pt x="785034" y="0"/>
                  <a:pt x="819150" y="34116"/>
                  <a:pt x="819150" y="76199"/>
                </a:cubicBezTo>
                <a:lnTo>
                  <a:pt x="819150" y="266701"/>
                </a:lnTo>
                <a:cubicBezTo>
                  <a:pt x="819150" y="308784"/>
                  <a:pt x="785034" y="342900"/>
                  <a:pt x="7429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26"/>
          <p:cNvSpPr/>
          <p:nvPr/>
        </p:nvSpPr>
        <p:spPr>
          <a:xfrm>
            <a:off x="7408800" y="3429000"/>
            <a:ext cx="579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~30 мин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7"/>
          <p:cNvSpPr/>
          <p:nvPr/>
        </p:nvSpPr>
        <p:spPr>
          <a:xfrm>
            <a:off x="8964720" y="23907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28"/>
          <p:cNvSpPr/>
          <p:nvPr/>
        </p:nvSpPr>
        <p:spPr>
          <a:xfrm>
            <a:off x="9015120" y="2714760"/>
            <a:ext cx="2462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QR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9"/>
          <p:cNvSpPr/>
          <p:nvPr/>
        </p:nvSpPr>
        <p:spPr>
          <a:xfrm>
            <a:off x="10128240" y="1600200"/>
            <a:ext cx="760680" cy="760680"/>
          </a:xfrm>
          <a:custGeom>
            <a:avLst/>
            <a:gdLst>
              <a:gd name="textAreaLeft" fmla="*/ 0 w 760680"/>
              <a:gd name="textAreaRight" fmla="*/ 762120 w 7606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0"/>
          <p:cNvSpPr/>
          <p:nvPr/>
        </p:nvSpPr>
        <p:spPr>
          <a:xfrm>
            <a:off x="10351080" y="1838160"/>
            <a:ext cx="320040" cy="284400"/>
          </a:xfrm>
          <a:custGeom>
            <a:avLst/>
            <a:gdLst>
              <a:gd name="textAreaLeft" fmla="*/ 0 w 320040"/>
              <a:gd name="textAreaRight" fmla="*/ 321480 w 32004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321469" h="285750">
                <a:moveTo>
                  <a:pt x="37226" y="214313"/>
                </a:moveTo>
                <a:lnTo>
                  <a:pt x="60945" y="190593"/>
                </a:lnTo>
                <a:cubicBezTo>
                  <a:pt x="74340" y="177198"/>
                  <a:pt x="92534" y="169664"/>
                  <a:pt x="111454" y="169664"/>
                </a:cubicBezTo>
                <a:lnTo>
                  <a:pt x="196453" y="169664"/>
                </a:lnTo>
                <a:cubicBezTo>
                  <a:pt x="206332" y="169664"/>
                  <a:pt x="214313" y="177645"/>
                  <a:pt x="214313" y="187523"/>
                </a:cubicBezTo>
                <a:cubicBezTo>
                  <a:pt x="214313" y="197402"/>
                  <a:pt x="206332" y="205383"/>
                  <a:pt x="196453" y="205383"/>
                </a:cubicBezTo>
                <a:lnTo>
                  <a:pt x="156270" y="205383"/>
                </a:lnTo>
                <a:cubicBezTo>
                  <a:pt x="148847" y="205383"/>
                  <a:pt x="142875" y="211355"/>
                  <a:pt x="142875" y="218777"/>
                </a:cubicBezTo>
                <a:cubicBezTo>
                  <a:pt x="142875" y="226200"/>
                  <a:pt x="148847" y="232172"/>
                  <a:pt x="156270" y="232172"/>
                </a:cubicBezTo>
                <a:lnTo>
                  <a:pt x="219112" y="232172"/>
                </a:lnTo>
                <a:lnTo>
                  <a:pt x="285917" y="182947"/>
                </a:lnTo>
                <a:cubicBezTo>
                  <a:pt x="295852" y="175636"/>
                  <a:pt x="309804" y="177757"/>
                  <a:pt x="317116" y="187691"/>
                </a:cubicBezTo>
                <a:cubicBezTo>
                  <a:pt x="324427" y="197625"/>
                  <a:pt x="322306" y="211578"/>
                  <a:pt x="312372" y="218889"/>
                </a:cubicBezTo>
                <a:lnTo>
                  <a:pt x="241715" y="270960"/>
                </a:lnTo>
                <a:cubicBezTo>
                  <a:pt x="228656" y="280560"/>
                  <a:pt x="212917" y="285750"/>
                  <a:pt x="196676" y="285750"/>
                </a:cubicBezTo>
                <a:lnTo>
                  <a:pt x="17859" y="285750"/>
                </a:lnTo>
                <a:cubicBezTo>
                  <a:pt x="7981" y="285750"/>
                  <a:pt x="0" y="277769"/>
                  <a:pt x="0" y="267891"/>
                </a:cubicBezTo>
                <a:lnTo>
                  <a:pt x="0" y="232172"/>
                </a:lnTo>
                <a:cubicBezTo>
                  <a:pt x="0" y="222293"/>
                  <a:pt x="7981" y="214313"/>
                  <a:pt x="17859" y="214313"/>
                </a:cubicBezTo>
                <a:lnTo>
                  <a:pt x="37226" y="2143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31"/>
          <p:cNvSpPr/>
          <p:nvPr/>
        </p:nvSpPr>
        <p:spPr>
          <a:xfrm>
            <a:off x="9829800" y="2476440"/>
            <a:ext cx="1370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Получаване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32"/>
          <p:cNvSpPr/>
          <p:nvPr/>
        </p:nvSpPr>
        <p:spPr>
          <a:xfrm>
            <a:off x="9398160" y="2819520"/>
            <a:ext cx="22179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Ученикът получава оборудването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33"/>
          <p:cNvSpPr/>
          <p:nvPr/>
        </p:nvSpPr>
        <p:spPr>
          <a:xfrm>
            <a:off x="10091520" y="3352680"/>
            <a:ext cx="836640" cy="341640"/>
          </a:xfrm>
          <a:custGeom>
            <a:avLst/>
            <a:gdLst>
              <a:gd name="textAreaLeft" fmla="*/ 0 w 836640"/>
              <a:gd name="textAreaRight" fmla="*/ 838080 w 83664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838200" h="342900">
                <a:moveTo>
                  <a:pt x="76199" y="0"/>
                </a:moveTo>
                <a:lnTo>
                  <a:pt x="762001" y="0"/>
                </a:lnTo>
                <a:cubicBezTo>
                  <a:pt x="804084" y="0"/>
                  <a:pt x="838200" y="34116"/>
                  <a:pt x="838200" y="76199"/>
                </a:cubicBezTo>
                <a:lnTo>
                  <a:pt x="838200" y="266701"/>
                </a:lnTo>
                <a:cubicBezTo>
                  <a:pt x="838200" y="308784"/>
                  <a:pt x="804084" y="342900"/>
                  <a:pt x="762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34"/>
          <p:cNvSpPr/>
          <p:nvPr/>
        </p:nvSpPr>
        <p:spPr>
          <a:xfrm>
            <a:off x="10210680" y="3429000"/>
            <a:ext cx="5986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Край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35"/>
          <p:cNvSpPr/>
          <p:nvPr/>
        </p:nvSpPr>
        <p:spPr>
          <a:xfrm>
            <a:off x="380880" y="4114800"/>
            <a:ext cx="11428560" cy="2551320"/>
          </a:xfrm>
          <a:custGeom>
            <a:avLst/>
            <a:gdLst>
              <a:gd name="textAreaLeft" fmla="*/ 0 w 11428560"/>
              <a:gd name="textAreaRight" fmla="*/ 11430000 w 11428560"/>
              <a:gd name="textAreaTop" fmla="*/ 0 h 2551320"/>
              <a:gd name="textAreaBottom" fmla="*/ 2552760 h 2551320"/>
            </a:gdLst>
            <a:ahLst/>
            <a:rect l="textAreaLeft" t="textAreaTop" r="textAreaRight" b="textAreaBottom"/>
            <a:pathLst>
              <a:path w="11430000" h="2552700">
                <a:moveTo>
                  <a:pt x="152396" y="0"/>
                </a:moveTo>
                <a:lnTo>
                  <a:pt x="11277604" y="0"/>
                </a:lnTo>
                <a:cubicBezTo>
                  <a:pt x="11361770" y="0"/>
                  <a:pt x="11430000" y="68230"/>
                  <a:pt x="11430000" y="152396"/>
                </a:cubicBezTo>
                <a:lnTo>
                  <a:pt x="11430000" y="2400304"/>
                </a:lnTo>
                <a:cubicBezTo>
                  <a:pt x="11430000" y="2484470"/>
                  <a:pt x="11361770" y="2552700"/>
                  <a:pt x="11277604" y="2552700"/>
                </a:cubicBezTo>
                <a:lnTo>
                  <a:pt x="152396" y="2552700"/>
                </a:lnTo>
                <a:cubicBezTo>
                  <a:pt x="68230" y="2552700"/>
                  <a:pt x="0" y="2484470"/>
                  <a:pt x="0" y="24003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37960" dir="5400000" dist="1904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36"/>
          <p:cNvSpPr/>
          <p:nvPr/>
        </p:nvSpPr>
        <p:spPr>
          <a:xfrm>
            <a:off x="1277640" y="4343400"/>
            <a:ext cx="760680" cy="760680"/>
          </a:xfrm>
          <a:custGeom>
            <a:avLst/>
            <a:gdLst>
              <a:gd name="textAreaLeft" fmla="*/ 0 w 760680"/>
              <a:gd name="textAreaRight" fmla="*/ 762120 w 7606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ec4899"/>
              </a:gs>
              <a:gs pos="100000">
                <a:srgbClr val="ec4899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37"/>
          <p:cNvSpPr/>
          <p:nvPr/>
        </p:nvSpPr>
        <p:spPr>
          <a:xfrm>
            <a:off x="1518120" y="45813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38"/>
          <p:cNvSpPr/>
          <p:nvPr/>
        </p:nvSpPr>
        <p:spPr>
          <a:xfrm>
            <a:off x="914400" y="5219640"/>
            <a:ext cx="1599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Използване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39"/>
          <p:cNvSpPr/>
          <p:nvPr/>
        </p:nvSpPr>
        <p:spPr>
          <a:xfrm>
            <a:off x="571680" y="5562720"/>
            <a:ext cx="217044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Период на ползване на оборудването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40"/>
          <p:cNvSpPr/>
          <p:nvPr/>
        </p:nvSpPr>
        <p:spPr>
          <a:xfrm>
            <a:off x="1233720" y="6095880"/>
            <a:ext cx="846360" cy="341640"/>
          </a:xfrm>
          <a:custGeom>
            <a:avLst/>
            <a:gdLst>
              <a:gd name="textAreaLeft" fmla="*/ 0 w 846360"/>
              <a:gd name="textAreaRight" fmla="*/ 847800 w 84636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847725" h="342900">
                <a:moveTo>
                  <a:pt x="76199" y="0"/>
                </a:moveTo>
                <a:lnTo>
                  <a:pt x="771526" y="0"/>
                </a:lnTo>
                <a:cubicBezTo>
                  <a:pt x="813609" y="0"/>
                  <a:pt x="847725" y="34116"/>
                  <a:pt x="847725" y="76199"/>
                </a:cubicBezTo>
                <a:lnTo>
                  <a:pt x="847725" y="266701"/>
                </a:lnTo>
                <a:cubicBezTo>
                  <a:pt x="847725" y="308784"/>
                  <a:pt x="813609" y="342900"/>
                  <a:pt x="7715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c4899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41"/>
          <p:cNvSpPr/>
          <p:nvPr/>
        </p:nvSpPr>
        <p:spPr>
          <a:xfrm>
            <a:off x="1352520" y="6172200"/>
            <a:ext cx="6080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4899"/>
                </a:solidFill>
                <a:latin typeface="Quattrocento Sans"/>
                <a:ea typeface="Quattrocento Sans"/>
              </a:rPr>
              <a:t>1-30 дни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42"/>
          <p:cNvSpPr/>
          <p:nvPr/>
        </p:nvSpPr>
        <p:spPr>
          <a:xfrm>
            <a:off x="3008520" y="51339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43"/>
          <p:cNvSpPr/>
          <p:nvPr/>
        </p:nvSpPr>
        <p:spPr>
          <a:xfrm>
            <a:off x="2859840" y="5457960"/>
            <a:ext cx="6462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Връщане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44"/>
          <p:cNvSpPr/>
          <p:nvPr/>
        </p:nvSpPr>
        <p:spPr>
          <a:xfrm>
            <a:off x="4258440" y="4343400"/>
            <a:ext cx="760680" cy="760680"/>
          </a:xfrm>
          <a:custGeom>
            <a:avLst/>
            <a:gdLst>
              <a:gd name="textAreaLeft" fmla="*/ 0 w 760680"/>
              <a:gd name="textAreaRight" fmla="*/ 762120 w 7606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06b6d4"/>
              </a:gs>
              <a:gs pos="100000">
                <a:srgbClr val="06b6d4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45"/>
          <p:cNvSpPr/>
          <p:nvPr/>
        </p:nvSpPr>
        <p:spPr>
          <a:xfrm>
            <a:off x="4516920" y="4581360"/>
            <a:ext cx="248760" cy="284400"/>
          </a:xfrm>
          <a:custGeom>
            <a:avLst/>
            <a:gdLst>
              <a:gd name="textAreaLeft" fmla="*/ 0 w 248760"/>
              <a:gd name="textAreaRight" fmla="*/ 250200 w 2487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50031" h="285750">
                <a:moveTo>
                  <a:pt x="35719" y="89297"/>
                </a:moveTo>
                <a:lnTo>
                  <a:pt x="71438" y="89297"/>
                </a:lnTo>
                <a:lnTo>
                  <a:pt x="71438" y="53578"/>
                </a:lnTo>
                <a:lnTo>
                  <a:pt x="35719" y="53578"/>
                </a:lnTo>
                <a:lnTo>
                  <a:pt x="35719" y="89297"/>
                </a:lnTo>
                <a:close/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98227"/>
                </a:lnTo>
                <a:cubicBezTo>
                  <a:pt x="107156" y="113016"/>
                  <a:pt x="95157" y="125016"/>
                  <a:pt x="80367" y="125016"/>
                </a:cubicBez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  <a:moveTo>
                  <a:pt x="35719" y="232172"/>
                </a:moveTo>
                <a:lnTo>
                  <a:pt x="71438" y="232172"/>
                </a:lnTo>
                <a:lnTo>
                  <a:pt x="71438" y="196453"/>
                </a:lnTo>
                <a:lnTo>
                  <a:pt x="35719" y="196453"/>
                </a:lnTo>
                <a:lnTo>
                  <a:pt x="35719" y="232172"/>
                </a:lnTo>
                <a:close/>
                <a:moveTo>
                  <a:pt x="0" y="187523"/>
                </a:moveTo>
                <a:cubicBezTo>
                  <a:pt x="0" y="172734"/>
                  <a:pt x="11999" y="160734"/>
                  <a:pt x="26789" y="160734"/>
                </a:cubicBezTo>
                <a:lnTo>
                  <a:pt x="80367" y="160734"/>
                </a:lnTo>
                <a:cubicBezTo>
                  <a:pt x="95157" y="160734"/>
                  <a:pt x="107156" y="172734"/>
                  <a:pt x="107156" y="187523"/>
                </a:cubicBezTo>
                <a:lnTo>
                  <a:pt x="107156" y="241102"/>
                </a:lnTo>
                <a:cubicBezTo>
                  <a:pt x="107156" y="255891"/>
                  <a:pt x="95157" y="267891"/>
                  <a:pt x="80367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187523"/>
                </a:lnTo>
                <a:close/>
                <a:moveTo>
                  <a:pt x="178594" y="53578"/>
                </a:moveTo>
                <a:lnTo>
                  <a:pt x="178594" y="89297"/>
                </a:lnTo>
                <a:lnTo>
                  <a:pt x="214313" y="89297"/>
                </a:lnTo>
                <a:lnTo>
                  <a:pt x="214313" y="53578"/>
                </a:lnTo>
                <a:lnTo>
                  <a:pt x="178594" y="53578"/>
                </a:lnTo>
                <a:close/>
                <a:moveTo>
                  <a:pt x="169664" y="17859"/>
                </a:moveTo>
                <a:lnTo>
                  <a:pt x="223242" y="17859"/>
                </a:lnTo>
                <a:cubicBezTo>
                  <a:pt x="238032" y="17859"/>
                  <a:pt x="250031" y="29859"/>
                  <a:pt x="250031" y="44648"/>
                </a:cubicBezTo>
                <a:lnTo>
                  <a:pt x="250031" y="98227"/>
                </a:lnTo>
                <a:cubicBezTo>
                  <a:pt x="250031" y="113016"/>
                  <a:pt x="238032" y="125016"/>
                  <a:pt x="223242" y="125016"/>
                </a:cubicBezTo>
                <a:lnTo>
                  <a:pt x="169664" y="125016"/>
                </a:lnTo>
                <a:cubicBezTo>
                  <a:pt x="154874" y="125016"/>
                  <a:pt x="142875" y="113016"/>
                  <a:pt x="142875" y="98227"/>
                </a:cubicBezTo>
                <a:lnTo>
                  <a:pt x="142875" y="44648"/>
                </a:lnTo>
                <a:cubicBezTo>
                  <a:pt x="142875" y="29859"/>
                  <a:pt x="154874" y="17859"/>
                  <a:pt x="169664" y="17859"/>
                </a:cubicBezTo>
                <a:close/>
                <a:moveTo>
                  <a:pt x="160734" y="196453"/>
                </a:moveTo>
                <a:cubicBezTo>
                  <a:pt x="150878" y="196453"/>
                  <a:pt x="142875" y="188451"/>
                  <a:pt x="142875" y="178594"/>
                </a:cubicBezTo>
                <a:cubicBezTo>
                  <a:pt x="142875" y="168737"/>
                  <a:pt x="150878" y="160734"/>
                  <a:pt x="160734" y="160734"/>
                </a:cubicBezTo>
                <a:cubicBezTo>
                  <a:pt x="170591" y="160734"/>
                  <a:pt x="178594" y="168737"/>
                  <a:pt x="178594" y="178594"/>
                </a:cubicBezTo>
                <a:cubicBezTo>
                  <a:pt x="178594" y="188451"/>
                  <a:pt x="170591" y="196453"/>
                  <a:pt x="160734" y="196453"/>
                </a:cubicBezTo>
                <a:close/>
                <a:moveTo>
                  <a:pt x="160734" y="232172"/>
                </a:moveTo>
                <a:cubicBezTo>
                  <a:pt x="170613" y="232172"/>
                  <a:pt x="178594" y="240153"/>
                  <a:pt x="178594" y="250031"/>
                </a:cubicBezTo>
                <a:cubicBezTo>
                  <a:pt x="178594" y="259910"/>
                  <a:pt x="170613" y="267891"/>
                  <a:pt x="160734" y="267891"/>
                </a:cubicBezTo>
                <a:cubicBezTo>
                  <a:pt x="150856" y="267891"/>
                  <a:pt x="142875" y="259910"/>
                  <a:pt x="142875" y="250031"/>
                </a:cubicBezTo>
                <a:cubicBezTo>
                  <a:pt x="142875" y="240153"/>
                  <a:pt x="150856" y="232172"/>
                  <a:pt x="160734" y="232172"/>
                </a:cubicBezTo>
                <a:close/>
                <a:moveTo>
                  <a:pt x="214313" y="250031"/>
                </a:moveTo>
                <a:cubicBezTo>
                  <a:pt x="214313" y="240153"/>
                  <a:pt x="222293" y="232172"/>
                  <a:pt x="232172" y="232172"/>
                </a:cubicBezTo>
                <a:cubicBezTo>
                  <a:pt x="242050" y="232172"/>
                  <a:pt x="250031" y="240153"/>
                  <a:pt x="250031" y="250031"/>
                </a:cubicBezTo>
                <a:cubicBezTo>
                  <a:pt x="250031" y="259910"/>
                  <a:pt x="242050" y="267891"/>
                  <a:pt x="232172" y="267891"/>
                </a:cubicBezTo>
                <a:cubicBezTo>
                  <a:pt x="222293" y="267891"/>
                  <a:pt x="214313" y="259910"/>
                  <a:pt x="214313" y="250031"/>
                </a:cubicBezTo>
                <a:close/>
                <a:moveTo>
                  <a:pt x="232172" y="196453"/>
                </a:moveTo>
                <a:cubicBezTo>
                  <a:pt x="222315" y="196453"/>
                  <a:pt x="214313" y="188451"/>
                  <a:pt x="214313" y="178594"/>
                </a:cubicBezTo>
                <a:cubicBezTo>
                  <a:pt x="214313" y="168737"/>
                  <a:pt x="222315" y="160734"/>
                  <a:pt x="232172" y="160734"/>
                </a:cubicBezTo>
                <a:cubicBezTo>
                  <a:pt x="242029" y="160734"/>
                  <a:pt x="250031" y="168737"/>
                  <a:pt x="250031" y="178594"/>
                </a:cubicBezTo>
                <a:cubicBezTo>
                  <a:pt x="250031" y="188451"/>
                  <a:pt x="242029" y="196453"/>
                  <a:pt x="232172" y="196453"/>
                </a:cubicBezTo>
                <a:close/>
                <a:moveTo>
                  <a:pt x="214313" y="214313"/>
                </a:moveTo>
                <a:cubicBezTo>
                  <a:pt x="214313" y="224169"/>
                  <a:pt x="206310" y="232172"/>
                  <a:pt x="196453" y="232172"/>
                </a:cubicBezTo>
                <a:cubicBezTo>
                  <a:pt x="186596" y="232172"/>
                  <a:pt x="178594" y="224169"/>
                  <a:pt x="178594" y="214313"/>
                </a:cubicBezTo>
                <a:cubicBezTo>
                  <a:pt x="178594" y="204456"/>
                  <a:pt x="186596" y="196453"/>
                  <a:pt x="196453" y="196453"/>
                </a:cubicBezTo>
                <a:cubicBezTo>
                  <a:pt x="206310" y="196453"/>
                  <a:pt x="214313" y="204456"/>
                  <a:pt x="214313" y="2143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46"/>
          <p:cNvSpPr/>
          <p:nvPr/>
        </p:nvSpPr>
        <p:spPr>
          <a:xfrm>
            <a:off x="4166640" y="5219640"/>
            <a:ext cx="9817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Проверка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47"/>
          <p:cNvSpPr/>
          <p:nvPr/>
        </p:nvSpPr>
        <p:spPr>
          <a:xfrm>
            <a:off x="3552480" y="5562720"/>
            <a:ext cx="217044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Проверка на атрибута от учител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48"/>
          <p:cNvSpPr/>
          <p:nvPr/>
        </p:nvSpPr>
        <p:spPr>
          <a:xfrm>
            <a:off x="4271400" y="6095880"/>
            <a:ext cx="731880" cy="341640"/>
          </a:xfrm>
          <a:custGeom>
            <a:avLst/>
            <a:gdLst>
              <a:gd name="textAreaLeft" fmla="*/ 0 w 731880"/>
              <a:gd name="textAreaRight" fmla="*/ 733320 w 73188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733425" h="342900">
                <a:moveTo>
                  <a:pt x="76199" y="0"/>
                </a:moveTo>
                <a:lnTo>
                  <a:pt x="657226" y="0"/>
                </a:lnTo>
                <a:cubicBezTo>
                  <a:pt x="699309" y="0"/>
                  <a:pt x="733425" y="34116"/>
                  <a:pt x="733425" y="76199"/>
                </a:cubicBezTo>
                <a:lnTo>
                  <a:pt x="733425" y="266701"/>
                </a:lnTo>
                <a:cubicBezTo>
                  <a:pt x="733425" y="308784"/>
                  <a:pt x="699309" y="342900"/>
                  <a:pt x="657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6b6d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49"/>
          <p:cNvSpPr/>
          <p:nvPr/>
        </p:nvSpPr>
        <p:spPr>
          <a:xfrm>
            <a:off x="4390560" y="6172200"/>
            <a:ext cx="493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06b6d4"/>
                </a:solidFill>
                <a:latin typeface="Quattrocento Sans"/>
                <a:ea typeface="Quattrocento Sans"/>
              </a:rPr>
              <a:t>&lt;10 сек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50"/>
          <p:cNvSpPr/>
          <p:nvPr/>
        </p:nvSpPr>
        <p:spPr>
          <a:xfrm>
            <a:off x="6130440" y="5133960"/>
            <a:ext cx="284400" cy="284400"/>
          </a:xfrm>
          <a:custGeom>
            <a:avLst/>
            <a:gdLst>
              <a:gd name="textAreaLeft" fmla="*/ 0 w 284400"/>
              <a:gd name="textAreaRight" fmla="*/ 285840 w 28440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51"/>
          <p:cNvSpPr/>
          <p:nvPr/>
        </p:nvSpPr>
        <p:spPr>
          <a:xfrm>
            <a:off x="5841000" y="5457960"/>
            <a:ext cx="9223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Актуализация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52"/>
          <p:cNvSpPr/>
          <p:nvPr/>
        </p:nvSpPr>
        <p:spPr>
          <a:xfrm>
            <a:off x="7521120" y="4343400"/>
            <a:ext cx="760680" cy="760680"/>
          </a:xfrm>
          <a:custGeom>
            <a:avLst/>
            <a:gdLst>
              <a:gd name="textAreaLeft" fmla="*/ 0 w 760680"/>
              <a:gd name="textAreaRight" fmla="*/ 762120 w 760680"/>
              <a:gd name="textAreaTop" fmla="*/ 0 h 760680"/>
              <a:gd name="textAreaBottom" fmla="*/ 762120 h 760680"/>
            </a:gdLst>
            <a:ahLst/>
            <a:rect l="textAreaLeft" t="textAreaTop" r="textAreaRight" b="textAreaBottom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53"/>
          <p:cNvSpPr/>
          <p:nvPr/>
        </p:nvSpPr>
        <p:spPr>
          <a:xfrm>
            <a:off x="7797240" y="4581360"/>
            <a:ext cx="212760" cy="284400"/>
          </a:xfrm>
          <a:custGeom>
            <a:avLst/>
            <a:gdLst>
              <a:gd name="textAreaLeft" fmla="*/ 0 w 212760"/>
              <a:gd name="textAreaRight" fmla="*/ 214200 w 2127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54"/>
          <p:cNvSpPr/>
          <p:nvPr/>
        </p:nvSpPr>
        <p:spPr>
          <a:xfrm>
            <a:off x="7086600" y="5219640"/>
            <a:ext cx="1599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Завършено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55"/>
          <p:cNvSpPr/>
          <p:nvPr/>
        </p:nvSpPr>
        <p:spPr>
          <a:xfrm>
            <a:off x="6815160" y="5573160"/>
            <a:ext cx="21704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Системата актуализира статуса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56"/>
          <p:cNvSpPr/>
          <p:nvPr/>
        </p:nvSpPr>
        <p:spPr>
          <a:xfrm>
            <a:off x="7385400" y="6095880"/>
            <a:ext cx="1036800" cy="341640"/>
          </a:xfrm>
          <a:custGeom>
            <a:avLst/>
            <a:gdLst>
              <a:gd name="textAreaLeft" fmla="*/ 0 w 1036800"/>
              <a:gd name="textAreaRight" fmla="*/ 1038240 w 103680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1038225" h="342900">
                <a:moveTo>
                  <a:pt x="76199" y="0"/>
                </a:moveTo>
                <a:lnTo>
                  <a:pt x="962026" y="0"/>
                </a:lnTo>
                <a:cubicBezTo>
                  <a:pt x="1004109" y="0"/>
                  <a:pt x="1038225" y="34116"/>
                  <a:pt x="1038225" y="76199"/>
                </a:cubicBezTo>
                <a:lnTo>
                  <a:pt x="1038225" y="266701"/>
                </a:lnTo>
                <a:cubicBezTo>
                  <a:pt x="1038225" y="308784"/>
                  <a:pt x="1004109" y="342900"/>
                  <a:pt x="962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57"/>
          <p:cNvSpPr/>
          <p:nvPr/>
        </p:nvSpPr>
        <p:spPr>
          <a:xfrm>
            <a:off x="7504200" y="6172200"/>
            <a:ext cx="7988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Мигновено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58"/>
          <p:cNvSpPr/>
          <p:nvPr/>
        </p:nvSpPr>
        <p:spPr>
          <a:xfrm>
            <a:off x="9103680" y="4343400"/>
            <a:ext cx="2475000" cy="2094120"/>
          </a:xfrm>
          <a:custGeom>
            <a:avLst/>
            <a:gdLst>
              <a:gd name="textAreaLeft" fmla="*/ 0 w 2475000"/>
              <a:gd name="textAreaRight" fmla="*/ 2476440 w 2475000"/>
              <a:gd name="textAreaTop" fmla="*/ 0 h 2094120"/>
              <a:gd name="textAreaBottom" fmla="*/ 2095560 h 2094120"/>
            </a:gdLst>
            <a:ahLst/>
            <a:rect l="textAreaLeft" t="textAreaTop" r="textAreaRight" b="textAreaBottom"/>
            <a:pathLst>
              <a:path w="2476500" h="2095500">
                <a:moveTo>
                  <a:pt x="152406" y="0"/>
                </a:moveTo>
                <a:lnTo>
                  <a:pt x="2324094" y="0"/>
                </a:lnTo>
                <a:cubicBezTo>
                  <a:pt x="2408209" y="0"/>
                  <a:pt x="2476500" y="68291"/>
                  <a:pt x="2476500" y="152406"/>
                </a:cubicBezTo>
                <a:lnTo>
                  <a:pt x="2476500" y="1943094"/>
                </a:lnTo>
                <a:cubicBezTo>
                  <a:pt x="2476500" y="2027209"/>
                  <a:pt x="2408209" y="2095500"/>
                  <a:pt x="2324094" y="2095500"/>
                </a:cubicBezTo>
                <a:lnTo>
                  <a:pt x="152406" y="2095500"/>
                </a:lnTo>
                <a:cubicBezTo>
                  <a:pt x="68291" y="2095500"/>
                  <a:pt x="0" y="2027209"/>
                  <a:pt x="0" y="1943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8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59"/>
          <p:cNvSpPr/>
          <p:nvPr/>
        </p:nvSpPr>
        <p:spPr>
          <a:xfrm>
            <a:off x="10114200" y="453384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60"/>
          <p:cNvSpPr/>
          <p:nvPr/>
        </p:nvSpPr>
        <p:spPr>
          <a:xfrm>
            <a:off x="9601200" y="5105520"/>
            <a:ext cx="18277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Liter"/>
                <a:ea typeface="Liter"/>
              </a:rPr>
              <a:t>Общо Време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61"/>
          <p:cNvSpPr/>
          <p:nvPr/>
        </p:nvSpPr>
        <p:spPr>
          <a:xfrm>
            <a:off x="9675360" y="5486400"/>
            <a:ext cx="1694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~1 час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62"/>
          <p:cNvSpPr/>
          <p:nvPr/>
        </p:nvSpPr>
        <p:spPr>
          <a:xfrm>
            <a:off x="9417240" y="6019920"/>
            <a:ext cx="2011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20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От заявка до получаване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317520" y="31752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1"/>
          <p:cNvSpPr/>
          <p:nvPr/>
        </p:nvSpPr>
        <p:spPr>
          <a:xfrm>
            <a:off x="438480" y="428760"/>
            <a:ext cx="137520" cy="157320"/>
          </a:xfrm>
          <a:custGeom>
            <a:avLst/>
            <a:gdLst>
              <a:gd name="textAreaLeft" fmla="*/ 0 w 137520"/>
              <a:gd name="textAreaRight" fmla="*/ 138960 w 137520"/>
              <a:gd name="textAreaTop" fmla="*/ 0 h 157320"/>
              <a:gd name="textAreaBottom" fmla="*/ 158760 h 157320"/>
            </a:gdLst>
            <a:ahLst/>
            <a:rect l="textAreaLeft" t="textAreaTop" r="textAreaRight" b="textAreaBottom"/>
            <a:pathLst>
              <a:path w="138906" h="158750">
                <a:moveTo>
                  <a:pt x="19844" y="49609"/>
                </a:moveTo>
                <a:lnTo>
                  <a:pt x="39688" y="49609"/>
                </a:lnTo>
                <a:lnTo>
                  <a:pt x="39688" y="29766"/>
                </a:lnTo>
                <a:lnTo>
                  <a:pt x="19844" y="29766"/>
                </a:lnTo>
                <a:lnTo>
                  <a:pt x="19844" y="49609"/>
                </a:lnTo>
                <a:close/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54570"/>
                </a:lnTo>
                <a:cubicBezTo>
                  <a:pt x="59531" y="62787"/>
                  <a:pt x="52865" y="69453"/>
                  <a:pt x="44648" y="69453"/>
                </a:cubicBez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  <a:moveTo>
                  <a:pt x="19844" y="128984"/>
                </a:moveTo>
                <a:lnTo>
                  <a:pt x="39688" y="128984"/>
                </a:lnTo>
                <a:lnTo>
                  <a:pt x="39688" y="109141"/>
                </a:lnTo>
                <a:lnTo>
                  <a:pt x="19844" y="109141"/>
                </a:lnTo>
                <a:lnTo>
                  <a:pt x="19844" y="128984"/>
                </a:lnTo>
                <a:close/>
                <a:moveTo>
                  <a:pt x="0" y="104180"/>
                </a:moveTo>
                <a:cubicBezTo>
                  <a:pt x="0" y="95963"/>
                  <a:pt x="6666" y="89297"/>
                  <a:pt x="14883" y="89297"/>
                </a:cubicBezTo>
                <a:lnTo>
                  <a:pt x="44648" y="89297"/>
                </a:lnTo>
                <a:cubicBezTo>
                  <a:pt x="52865" y="89297"/>
                  <a:pt x="59531" y="95963"/>
                  <a:pt x="59531" y="104180"/>
                </a:cubicBezTo>
                <a:lnTo>
                  <a:pt x="59531" y="133945"/>
                </a:lnTo>
                <a:cubicBezTo>
                  <a:pt x="59531" y="142162"/>
                  <a:pt x="52865" y="148828"/>
                  <a:pt x="44648" y="148828"/>
                </a:cubicBezTo>
                <a:lnTo>
                  <a:pt x="14883" y="148828"/>
                </a:lnTo>
                <a:cubicBezTo>
                  <a:pt x="6666" y="148828"/>
                  <a:pt x="0" y="142162"/>
                  <a:pt x="0" y="133945"/>
                </a:cubicBezTo>
                <a:lnTo>
                  <a:pt x="0" y="104180"/>
                </a:lnTo>
                <a:close/>
                <a:moveTo>
                  <a:pt x="99219" y="29766"/>
                </a:moveTo>
                <a:lnTo>
                  <a:pt x="99219" y="49609"/>
                </a:lnTo>
                <a:lnTo>
                  <a:pt x="119062" y="49609"/>
                </a:lnTo>
                <a:lnTo>
                  <a:pt x="119062" y="29766"/>
                </a:lnTo>
                <a:lnTo>
                  <a:pt x="99219" y="29766"/>
                </a:lnTo>
                <a:close/>
                <a:moveTo>
                  <a:pt x="94258" y="9922"/>
                </a:moveTo>
                <a:lnTo>
                  <a:pt x="124023" y="9922"/>
                </a:lnTo>
                <a:cubicBezTo>
                  <a:pt x="132240" y="9922"/>
                  <a:pt x="138906" y="16588"/>
                  <a:pt x="138906" y="24805"/>
                </a:cubicBezTo>
                <a:lnTo>
                  <a:pt x="138906" y="54570"/>
                </a:lnTo>
                <a:cubicBezTo>
                  <a:pt x="138906" y="62787"/>
                  <a:pt x="132240" y="69453"/>
                  <a:pt x="124023" y="69453"/>
                </a:cubicBezTo>
                <a:lnTo>
                  <a:pt x="94258" y="69453"/>
                </a:lnTo>
                <a:cubicBezTo>
                  <a:pt x="86041" y="69453"/>
                  <a:pt x="79375" y="62787"/>
                  <a:pt x="79375" y="54570"/>
                </a:cubicBezTo>
                <a:lnTo>
                  <a:pt x="79375" y="24805"/>
                </a:lnTo>
                <a:cubicBezTo>
                  <a:pt x="79375" y="16588"/>
                  <a:pt x="86041" y="9922"/>
                  <a:pt x="94258" y="9922"/>
                </a:cubicBezTo>
                <a:close/>
                <a:moveTo>
                  <a:pt x="89297" y="109141"/>
                </a:moveTo>
                <a:cubicBezTo>
                  <a:pt x="83821" y="109141"/>
                  <a:pt x="79375" y="104695"/>
                  <a:pt x="79375" y="99219"/>
                </a:cubicBezTo>
                <a:cubicBezTo>
                  <a:pt x="79375" y="93743"/>
                  <a:pt x="83821" y="89297"/>
                  <a:pt x="89297" y="89297"/>
                </a:cubicBezTo>
                <a:cubicBezTo>
                  <a:pt x="94773" y="89297"/>
                  <a:pt x="99219" y="93743"/>
                  <a:pt x="99219" y="99219"/>
                </a:cubicBezTo>
                <a:cubicBezTo>
                  <a:pt x="99219" y="104695"/>
                  <a:pt x="94773" y="109141"/>
                  <a:pt x="89297" y="109141"/>
                </a:cubicBezTo>
                <a:close/>
                <a:moveTo>
                  <a:pt x="89297" y="128984"/>
                </a:moveTo>
                <a:cubicBezTo>
                  <a:pt x="94785" y="128984"/>
                  <a:pt x="99219" y="133418"/>
                  <a:pt x="99219" y="138906"/>
                </a:cubicBezTo>
                <a:cubicBezTo>
                  <a:pt x="99219" y="144394"/>
                  <a:pt x="94785" y="148828"/>
                  <a:pt x="89297" y="148828"/>
                </a:cubicBezTo>
                <a:cubicBezTo>
                  <a:pt x="83809" y="148828"/>
                  <a:pt x="79375" y="144394"/>
                  <a:pt x="79375" y="138906"/>
                </a:cubicBezTo>
                <a:cubicBezTo>
                  <a:pt x="79375" y="133418"/>
                  <a:pt x="83809" y="128984"/>
                  <a:pt x="89297" y="128984"/>
                </a:cubicBezTo>
                <a:close/>
                <a:moveTo>
                  <a:pt x="119062" y="138906"/>
                </a:moveTo>
                <a:cubicBezTo>
                  <a:pt x="119062" y="133418"/>
                  <a:pt x="123496" y="128984"/>
                  <a:pt x="128984" y="128984"/>
                </a:cubicBezTo>
                <a:cubicBezTo>
                  <a:pt x="134472" y="128984"/>
                  <a:pt x="138906" y="133418"/>
                  <a:pt x="138906" y="138906"/>
                </a:cubicBezTo>
                <a:cubicBezTo>
                  <a:pt x="138906" y="144394"/>
                  <a:pt x="134472" y="148828"/>
                  <a:pt x="128984" y="148828"/>
                </a:cubicBezTo>
                <a:cubicBezTo>
                  <a:pt x="123496" y="148828"/>
                  <a:pt x="119062" y="144394"/>
                  <a:pt x="119062" y="138906"/>
                </a:cubicBezTo>
                <a:close/>
                <a:moveTo>
                  <a:pt x="128984" y="109141"/>
                </a:moveTo>
                <a:cubicBezTo>
                  <a:pt x="123508" y="109141"/>
                  <a:pt x="119062" y="104695"/>
                  <a:pt x="119062" y="99219"/>
                </a:cubicBezTo>
                <a:cubicBezTo>
                  <a:pt x="119062" y="93743"/>
                  <a:pt x="123508" y="89297"/>
                  <a:pt x="128984" y="89297"/>
                </a:cubicBezTo>
                <a:cubicBezTo>
                  <a:pt x="134460" y="89297"/>
                  <a:pt x="138906" y="93743"/>
                  <a:pt x="138906" y="99219"/>
                </a:cubicBezTo>
                <a:cubicBezTo>
                  <a:pt x="138906" y="104695"/>
                  <a:pt x="134460" y="109141"/>
                  <a:pt x="128984" y="109141"/>
                </a:cubicBezTo>
                <a:close/>
                <a:moveTo>
                  <a:pt x="119062" y="119062"/>
                </a:moveTo>
                <a:cubicBezTo>
                  <a:pt x="119062" y="124539"/>
                  <a:pt x="114617" y="128984"/>
                  <a:pt x="109141" y="128984"/>
                </a:cubicBezTo>
                <a:cubicBezTo>
                  <a:pt x="103665" y="128984"/>
                  <a:pt x="99219" y="124539"/>
                  <a:pt x="99219" y="119062"/>
                </a:cubicBezTo>
                <a:cubicBezTo>
                  <a:pt x="99219" y="113586"/>
                  <a:pt x="103665" y="109141"/>
                  <a:pt x="109141" y="109141"/>
                </a:cubicBezTo>
                <a:cubicBezTo>
                  <a:pt x="114617" y="109141"/>
                  <a:pt x="119062" y="113586"/>
                  <a:pt x="119062" y="1190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793800" y="317520"/>
            <a:ext cx="319752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0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QR Код Система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793800" y="762120"/>
            <a:ext cx="111585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Мигновена идентификация и проследяване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4"/>
          <p:cNvSpPr/>
          <p:nvPr/>
        </p:nvSpPr>
        <p:spPr>
          <a:xfrm>
            <a:off x="317520" y="1143000"/>
            <a:ext cx="4546800" cy="4856400"/>
          </a:xfrm>
          <a:custGeom>
            <a:avLst/>
            <a:gdLst>
              <a:gd name="textAreaLeft" fmla="*/ 0 w 4546800"/>
              <a:gd name="textAreaRight" fmla="*/ 4548240 w 4546800"/>
              <a:gd name="textAreaTop" fmla="*/ 0 h 4856400"/>
              <a:gd name="textAreaBottom" fmla="*/ 4857840 h 4856400"/>
            </a:gdLst>
            <a:ahLst/>
            <a:rect l="textAreaLeft" t="textAreaTop" r="textAreaRight" b="textAreaBottom"/>
            <a:pathLst>
              <a:path w="4548188" h="4857750">
                <a:moveTo>
                  <a:pt x="126985" y="0"/>
                </a:moveTo>
                <a:lnTo>
                  <a:pt x="4421202" y="0"/>
                </a:lnTo>
                <a:cubicBezTo>
                  <a:pt x="4491334" y="0"/>
                  <a:pt x="4548188" y="56853"/>
                  <a:pt x="4548188" y="126985"/>
                </a:cubicBezTo>
                <a:lnTo>
                  <a:pt x="4548188" y="4730765"/>
                </a:lnTo>
                <a:cubicBezTo>
                  <a:pt x="4548188" y="4800897"/>
                  <a:pt x="4491334" y="4857750"/>
                  <a:pt x="4421202" y="4857750"/>
                </a:cubicBezTo>
                <a:lnTo>
                  <a:pt x="126985" y="4857750"/>
                </a:lnTo>
                <a:cubicBezTo>
                  <a:pt x="56853" y="4857750"/>
                  <a:pt x="0" y="4800897"/>
                  <a:pt x="0" y="4730765"/>
                </a:cubicBezTo>
                <a:lnTo>
                  <a:pt x="0" y="126985"/>
                </a:lnTo>
                <a:cubicBezTo>
                  <a:pt x="0" y="56900"/>
                  <a:pt x="56900" y="0"/>
                  <a:pt x="12698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98360" dir="5400000" dist="1587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5"/>
          <p:cNvSpPr/>
          <p:nvPr/>
        </p:nvSpPr>
        <p:spPr>
          <a:xfrm>
            <a:off x="507960" y="1365120"/>
            <a:ext cx="236520" cy="189000"/>
          </a:xfrm>
          <a:custGeom>
            <a:avLst/>
            <a:gdLst>
              <a:gd name="textAreaLeft" fmla="*/ 0 w 236520"/>
              <a:gd name="textAreaRight" fmla="*/ 237960 w 23652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6"/>
          <p:cNvSpPr/>
          <p:nvPr/>
        </p:nvSpPr>
        <p:spPr>
          <a:xfrm>
            <a:off x="746280" y="1333440"/>
            <a:ext cx="40230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   </a:t>
            </a: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Как Работи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7"/>
          <p:cNvSpPr/>
          <p:nvPr/>
        </p:nvSpPr>
        <p:spPr>
          <a:xfrm>
            <a:off x="507960" y="197496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8"/>
          <p:cNvSpPr/>
          <p:nvPr/>
        </p:nvSpPr>
        <p:spPr>
          <a:xfrm>
            <a:off x="468360" y="1974960"/>
            <a:ext cx="4590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9"/>
          <p:cNvSpPr/>
          <p:nvPr/>
        </p:nvSpPr>
        <p:spPr>
          <a:xfrm>
            <a:off x="1015920" y="1974960"/>
            <a:ext cx="37371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250" spc="-1" strike="noStrike">
                <a:solidFill>
                  <a:srgbClr val="1e293b"/>
                </a:solidFill>
                <a:latin typeface="Liter"/>
                <a:ea typeface="Liter"/>
              </a:rPr>
              <a:t>Генериране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0"/>
          <p:cNvSpPr/>
          <p:nvPr/>
        </p:nvSpPr>
        <p:spPr>
          <a:xfrm>
            <a:off x="1015920" y="2228760"/>
            <a:ext cx="37213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При добавяне на оборудване, системата автоматично генерира уникален QR код с ID и информация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1"/>
          <p:cNvSpPr/>
          <p:nvPr/>
        </p:nvSpPr>
        <p:spPr>
          <a:xfrm>
            <a:off x="507960" y="284472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12"/>
          <p:cNvSpPr/>
          <p:nvPr/>
        </p:nvSpPr>
        <p:spPr>
          <a:xfrm>
            <a:off x="468360" y="2844720"/>
            <a:ext cx="4590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13"/>
          <p:cNvSpPr/>
          <p:nvPr/>
        </p:nvSpPr>
        <p:spPr>
          <a:xfrm>
            <a:off x="1015920" y="2844720"/>
            <a:ext cx="37371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250" spc="-1" strike="noStrike">
                <a:solidFill>
                  <a:srgbClr val="1e293b"/>
                </a:solidFill>
                <a:latin typeface="Liter"/>
                <a:ea typeface="Liter"/>
              </a:rPr>
              <a:t>Печат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14"/>
          <p:cNvSpPr/>
          <p:nvPr/>
        </p:nvSpPr>
        <p:spPr>
          <a:xfrm>
            <a:off x="1015920" y="3098880"/>
            <a:ext cx="37213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Кодът може да се принтира на ламинирана хартия, която после да бъде прикрепена към дадения атрибут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5"/>
          <p:cNvSpPr/>
          <p:nvPr/>
        </p:nvSpPr>
        <p:spPr>
          <a:xfrm>
            <a:off x="507960" y="371484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16"/>
          <p:cNvSpPr/>
          <p:nvPr/>
        </p:nvSpPr>
        <p:spPr>
          <a:xfrm>
            <a:off x="468360" y="3714840"/>
            <a:ext cx="4590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7"/>
          <p:cNvSpPr/>
          <p:nvPr/>
        </p:nvSpPr>
        <p:spPr>
          <a:xfrm>
            <a:off x="1015920" y="3714840"/>
            <a:ext cx="37371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250" spc="-1" strike="noStrike">
                <a:solidFill>
                  <a:srgbClr val="1e293b"/>
                </a:solidFill>
                <a:latin typeface="Liter"/>
                <a:ea typeface="Liter"/>
              </a:rPr>
              <a:t>Сканиране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18"/>
          <p:cNvSpPr/>
          <p:nvPr/>
        </p:nvSpPr>
        <p:spPr>
          <a:xfrm>
            <a:off x="1015920" y="3968640"/>
            <a:ext cx="37213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Потребител сканира с мобилно устройство - камерата разпознава автоматично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9"/>
          <p:cNvSpPr/>
          <p:nvPr/>
        </p:nvSpPr>
        <p:spPr>
          <a:xfrm>
            <a:off x="507960" y="4572000"/>
            <a:ext cx="379440" cy="379440"/>
          </a:xfrm>
          <a:custGeom>
            <a:avLst/>
            <a:gdLst>
              <a:gd name="textAreaLeft" fmla="*/ 0 w 379440"/>
              <a:gd name="textAreaRight" fmla="*/ 380880 w 379440"/>
              <a:gd name="textAreaTop" fmla="*/ 0 h 379440"/>
              <a:gd name="textAreaBottom" fmla="*/ 380880 h 379440"/>
            </a:gdLst>
            <a:ahLst/>
            <a:rect l="textAreaLeft" t="textAreaTop" r="textAreaRight" b="textAreaBottom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20"/>
          <p:cNvSpPr/>
          <p:nvPr/>
        </p:nvSpPr>
        <p:spPr>
          <a:xfrm>
            <a:off x="468360" y="4572000"/>
            <a:ext cx="4590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21"/>
          <p:cNvSpPr/>
          <p:nvPr/>
        </p:nvSpPr>
        <p:spPr>
          <a:xfrm>
            <a:off x="1015920" y="4572000"/>
            <a:ext cx="37371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250" spc="-1" strike="noStrike">
                <a:solidFill>
                  <a:srgbClr val="1e293b"/>
                </a:solidFill>
                <a:latin typeface="Liter"/>
                <a:ea typeface="Liter"/>
              </a:rPr>
              <a:t>Информация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22"/>
          <p:cNvSpPr/>
          <p:nvPr/>
        </p:nvSpPr>
        <p:spPr>
          <a:xfrm>
            <a:off x="1015920" y="4826160"/>
            <a:ext cx="37213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0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Системата показва пълна информация и позволява действия (заемане/връщане)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3"/>
          <p:cNvSpPr/>
          <p:nvPr/>
        </p:nvSpPr>
        <p:spPr>
          <a:xfrm>
            <a:off x="6210360" y="4051440"/>
            <a:ext cx="4546800" cy="951120"/>
          </a:xfrm>
          <a:custGeom>
            <a:avLst/>
            <a:gdLst>
              <a:gd name="textAreaLeft" fmla="*/ 0 w 4546800"/>
              <a:gd name="textAreaRight" fmla="*/ 4548240 w 4546800"/>
              <a:gd name="textAreaTop" fmla="*/ 0 h 951120"/>
              <a:gd name="textAreaBottom" fmla="*/ 952560 h 951120"/>
            </a:gdLst>
            <a:ahLst/>
            <a:rect l="textAreaLeft" t="textAreaTop" r="textAreaRight" b="textAreaBottom"/>
            <a:pathLst>
              <a:path w="4548188" h="952500">
                <a:moveTo>
                  <a:pt x="126997" y="0"/>
                </a:moveTo>
                <a:lnTo>
                  <a:pt x="4421191" y="0"/>
                </a:lnTo>
                <a:cubicBezTo>
                  <a:pt x="4491329" y="0"/>
                  <a:pt x="4548188" y="56858"/>
                  <a:pt x="4548188" y="126997"/>
                </a:cubicBezTo>
                <a:lnTo>
                  <a:pt x="4548188" y="825503"/>
                </a:lnTo>
                <a:cubicBezTo>
                  <a:pt x="4548188" y="895642"/>
                  <a:pt x="4491329" y="952500"/>
                  <a:pt x="4421191" y="952500"/>
                </a:cubicBezTo>
                <a:lnTo>
                  <a:pt x="126997" y="952500"/>
                </a:lnTo>
                <a:cubicBezTo>
                  <a:pt x="56858" y="952500"/>
                  <a:pt x="0" y="895642"/>
                  <a:pt x="0" y="825503"/>
                </a:cubicBezTo>
                <a:lnTo>
                  <a:pt x="0" y="126997"/>
                </a:lnTo>
                <a:cubicBezTo>
                  <a:pt x="0" y="56905"/>
                  <a:pt x="56905" y="0"/>
                  <a:pt x="126997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4"/>
          <p:cNvSpPr/>
          <p:nvPr/>
        </p:nvSpPr>
        <p:spPr>
          <a:xfrm>
            <a:off x="6415200" y="4384800"/>
            <a:ext cx="212760" cy="284400"/>
          </a:xfrm>
          <a:custGeom>
            <a:avLst/>
            <a:gdLst>
              <a:gd name="textAreaLeft" fmla="*/ 0 w 212760"/>
              <a:gd name="textAreaRight" fmla="*/ 214200 w 212760"/>
              <a:gd name="textAreaTop" fmla="*/ 0 h 284400"/>
              <a:gd name="textAreaBottom" fmla="*/ 285840 h 284400"/>
            </a:gdLst>
            <a:ahLst/>
            <a:rect l="textAreaLeft" t="textAreaTop" r="textAreaRight" b="textAreaBottom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25"/>
          <p:cNvSpPr/>
          <p:nvPr/>
        </p:nvSpPr>
        <p:spPr>
          <a:xfrm>
            <a:off x="6766200" y="4210200"/>
            <a:ext cx="31100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Liter"/>
                <a:ea typeface="Liter"/>
              </a:rPr>
              <a:t>Мобилна Съвместимост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26"/>
          <p:cNvSpPr/>
          <p:nvPr/>
        </p:nvSpPr>
        <p:spPr>
          <a:xfrm>
            <a:off x="6766200" y="4464000"/>
            <a:ext cx="309420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00" spc="-1" strike="noStrike">
                <a:solidFill>
                  <a:srgbClr val="ffffff">
                    <a:alpha val="95000"/>
                  </a:srgbClr>
                </a:solidFill>
                <a:latin typeface="Quattrocento Sans"/>
                <a:ea typeface="Quattrocento Sans"/>
              </a:rPr>
              <a:t>Работи на всеки смартфон с камера - без нужда от инсталация на приложение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27"/>
          <p:cNvSpPr/>
          <p:nvPr/>
        </p:nvSpPr>
        <p:spPr>
          <a:xfrm>
            <a:off x="9652680" y="4273560"/>
            <a:ext cx="98280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</a:pPr>
            <a:r>
              <a:rPr b="1" lang="en-US" sz="225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100%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28"/>
          <p:cNvSpPr/>
          <p:nvPr/>
        </p:nvSpPr>
        <p:spPr>
          <a:xfrm>
            <a:off x="9732240" y="4591080"/>
            <a:ext cx="9036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0" lang="en-US" sz="100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съвместимост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9"/>
          <p:cNvSpPr/>
          <p:nvPr/>
        </p:nvSpPr>
        <p:spPr>
          <a:xfrm>
            <a:off x="5054400" y="1603440"/>
            <a:ext cx="2189160" cy="998640"/>
          </a:xfrm>
          <a:custGeom>
            <a:avLst/>
            <a:gdLst>
              <a:gd name="textAreaLeft" fmla="*/ 0 w 2189160"/>
              <a:gd name="textAreaRight" fmla="*/ 2190600 w 2189160"/>
              <a:gd name="textAreaTop" fmla="*/ 0 h 998640"/>
              <a:gd name="textAreaBottom" fmla="*/ 1000080 h 998640"/>
            </a:gdLst>
            <a:ahLst/>
            <a:rect l="textAreaLeft" t="textAreaTop" r="textAreaRight" b="textAreaBottom"/>
            <a:pathLst>
              <a:path w="2190750" h="1000125">
                <a:moveTo>
                  <a:pt x="31750" y="0"/>
                </a:moveTo>
                <a:lnTo>
                  <a:pt x="2159000" y="0"/>
                </a:lnTo>
                <a:cubicBezTo>
                  <a:pt x="2176523" y="0"/>
                  <a:pt x="2190750" y="14227"/>
                  <a:pt x="2190750" y="31750"/>
                </a:cubicBezTo>
                <a:lnTo>
                  <a:pt x="2190750" y="873129"/>
                </a:lnTo>
                <a:cubicBezTo>
                  <a:pt x="2190750" y="943267"/>
                  <a:pt x="2133892" y="1000125"/>
                  <a:pt x="2063754" y="1000125"/>
                </a:cubicBezTo>
                <a:lnTo>
                  <a:pt x="126996" y="1000125"/>
                </a:lnTo>
                <a:cubicBezTo>
                  <a:pt x="56858" y="1000125"/>
                  <a:pt x="0" y="943267"/>
                  <a:pt x="0" y="87312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19160" dir="5400000" dist="79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30"/>
          <p:cNvSpPr/>
          <p:nvPr/>
        </p:nvSpPr>
        <p:spPr>
          <a:xfrm>
            <a:off x="5054400" y="1603440"/>
            <a:ext cx="2189160" cy="30240"/>
          </a:xfrm>
          <a:custGeom>
            <a:avLst/>
            <a:gdLst>
              <a:gd name="textAreaLeft" fmla="*/ 0 w 2189160"/>
              <a:gd name="textAreaRight" fmla="*/ 2190600 w 2189160"/>
              <a:gd name="textAreaTop" fmla="*/ 0 h 30240"/>
              <a:gd name="textAreaBottom" fmla="*/ 31680 h 30240"/>
            </a:gdLst>
            <a:ahLst/>
            <a:rect l="textAreaLeft" t="textAreaTop" r="textAreaRight" b="textAreaBottom"/>
            <a:pathLst>
              <a:path w="2190750" h="31750">
                <a:moveTo>
                  <a:pt x="31750" y="0"/>
                </a:moveTo>
                <a:lnTo>
                  <a:pt x="2159000" y="0"/>
                </a:lnTo>
                <a:cubicBezTo>
                  <a:pt x="2176523" y="0"/>
                  <a:pt x="2190750" y="14227"/>
                  <a:pt x="2190750" y="31750"/>
                </a:cubicBezTo>
                <a:lnTo>
                  <a:pt x="21907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3320" bIns="-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31"/>
          <p:cNvSpPr/>
          <p:nvPr/>
        </p:nvSpPr>
        <p:spPr>
          <a:xfrm>
            <a:off x="5217120" y="1762200"/>
            <a:ext cx="165240" cy="189000"/>
          </a:xfrm>
          <a:custGeom>
            <a:avLst/>
            <a:gdLst>
              <a:gd name="textAreaLeft" fmla="*/ 0 w 165240"/>
              <a:gd name="textAreaRight" fmla="*/ 166680 w 16524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32"/>
          <p:cNvSpPr/>
          <p:nvPr/>
        </p:nvSpPr>
        <p:spPr>
          <a:xfrm>
            <a:off x="5514840" y="1746360"/>
            <a:ext cx="13420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30" spc="-1" strike="noStrike">
                <a:solidFill>
                  <a:srgbClr val="1e293b"/>
                </a:solidFill>
                <a:latin typeface="Liter"/>
                <a:ea typeface="Liter"/>
              </a:rPr>
              <a:t>Бързодействие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33"/>
          <p:cNvSpPr/>
          <p:nvPr/>
        </p:nvSpPr>
        <p:spPr>
          <a:xfrm>
            <a:off x="5181480" y="2031840"/>
            <a:ext cx="205452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87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&lt;1 сек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34"/>
          <p:cNvSpPr/>
          <p:nvPr/>
        </p:nvSpPr>
        <p:spPr>
          <a:xfrm>
            <a:off x="5181480" y="2317680"/>
            <a:ext cx="19908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Време за сканиране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5"/>
          <p:cNvSpPr/>
          <p:nvPr/>
        </p:nvSpPr>
        <p:spPr>
          <a:xfrm>
            <a:off x="7370280" y="1603440"/>
            <a:ext cx="2189160" cy="998640"/>
          </a:xfrm>
          <a:custGeom>
            <a:avLst/>
            <a:gdLst>
              <a:gd name="textAreaLeft" fmla="*/ 0 w 2189160"/>
              <a:gd name="textAreaRight" fmla="*/ 2190600 w 2189160"/>
              <a:gd name="textAreaTop" fmla="*/ 0 h 998640"/>
              <a:gd name="textAreaBottom" fmla="*/ 1000080 h 998640"/>
            </a:gdLst>
            <a:ahLst/>
            <a:rect l="textAreaLeft" t="textAreaTop" r="textAreaRight" b="textAreaBottom"/>
            <a:pathLst>
              <a:path w="2190750" h="1000125">
                <a:moveTo>
                  <a:pt x="31750" y="0"/>
                </a:moveTo>
                <a:lnTo>
                  <a:pt x="2159000" y="0"/>
                </a:lnTo>
                <a:cubicBezTo>
                  <a:pt x="2176523" y="0"/>
                  <a:pt x="2190750" y="14227"/>
                  <a:pt x="2190750" y="31750"/>
                </a:cubicBezTo>
                <a:lnTo>
                  <a:pt x="2190750" y="873129"/>
                </a:lnTo>
                <a:cubicBezTo>
                  <a:pt x="2190750" y="943267"/>
                  <a:pt x="2133892" y="1000125"/>
                  <a:pt x="2063754" y="1000125"/>
                </a:cubicBezTo>
                <a:lnTo>
                  <a:pt x="126996" y="1000125"/>
                </a:lnTo>
                <a:cubicBezTo>
                  <a:pt x="56858" y="1000125"/>
                  <a:pt x="0" y="943267"/>
                  <a:pt x="0" y="87312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19160" dir="5400000" dist="79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6"/>
          <p:cNvSpPr/>
          <p:nvPr/>
        </p:nvSpPr>
        <p:spPr>
          <a:xfrm>
            <a:off x="7370280" y="1603440"/>
            <a:ext cx="2189160" cy="30240"/>
          </a:xfrm>
          <a:custGeom>
            <a:avLst/>
            <a:gdLst>
              <a:gd name="textAreaLeft" fmla="*/ 0 w 2189160"/>
              <a:gd name="textAreaRight" fmla="*/ 2190600 w 2189160"/>
              <a:gd name="textAreaTop" fmla="*/ 0 h 30240"/>
              <a:gd name="textAreaBottom" fmla="*/ 31680 h 30240"/>
            </a:gdLst>
            <a:ahLst/>
            <a:rect l="textAreaLeft" t="textAreaTop" r="textAreaRight" b="textAreaBottom"/>
            <a:pathLst>
              <a:path w="2190750" h="31750">
                <a:moveTo>
                  <a:pt x="31750" y="0"/>
                </a:moveTo>
                <a:lnTo>
                  <a:pt x="2159000" y="0"/>
                </a:lnTo>
                <a:cubicBezTo>
                  <a:pt x="2176523" y="0"/>
                  <a:pt x="2190750" y="14227"/>
                  <a:pt x="2190750" y="31750"/>
                </a:cubicBezTo>
                <a:lnTo>
                  <a:pt x="21907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3320" bIns="-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37"/>
          <p:cNvSpPr/>
          <p:nvPr/>
        </p:nvSpPr>
        <p:spPr>
          <a:xfrm>
            <a:off x="7521120" y="1762200"/>
            <a:ext cx="189000" cy="189000"/>
          </a:xfrm>
          <a:custGeom>
            <a:avLst/>
            <a:gdLst>
              <a:gd name="textAreaLeft" fmla="*/ 0 w 189000"/>
              <a:gd name="textAreaRight" fmla="*/ 190440 w 18900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38"/>
          <p:cNvSpPr/>
          <p:nvPr/>
        </p:nvSpPr>
        <p:spPr>
          <a:xfrm>
            <a:off x="7830720" y="1746360"/>
            <a:ext cx="8550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30" spc="-1" strike="noStrike">
                <a:solidFill>
                  <a:srgbClr val="1e293b"/>
                </a:solidFill>
                <a:latin typeface="Liter"/>
                <a:ea typeface="Liter"/>
              </a:rPr>
              <a:t>Сигурност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39"/>
          <p:cNvSpPr/>
          <p:nvPr/>
        </p:nvSpPr>
        <p:spPr>
          <a:xfrm>
            <a:off x="7497360" y="2031840"/>
            <a:ext cx="205452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87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256-bit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40"/>
          <p:cNvSpPr/>
          <p:nvPr/>
        </p:nvSpPr>
        <p:spPr>
          <a:xfrm>
            <a:off x="7497360" y="2317680"/>
            <a:ext cx="19908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Криптиране на данни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41"/>
          <p:cNvSpPr/>
          <p:nvPr/>
        </p:nvSpPr>
        <p:spPr>
          <a:xfrm>
            <a:off x="9685800" y="1603440"/>
            <a:ext cx="2189160" cy="998640"/>
          </a:xfrm>
          <a:custGeom>
            <a:avLst/>
            <a:gdLst>
              <a:gd name="textAreaLeft" fmla="*/ 0 w 2189160"/>
              <a:gd name="textAreaRight" fmla="*/ 2190600 w 2189160"/>
              <a:gd name="textAreaTop" fmla="*/ 0 h 998640"/>
              <a:gd name="textAreaBottom" fmla="*/ 1000080 h 998640"/>
            </a:gdLst>
            <a:ahLst/>
            <a:rect l="textAreaLeft" t="textAreaTop" r="textAreaRight" b="textAreaBottom"/>
            <a:pathLst>
              <a:path w="2190750" h="1000125">
                <a:moveTo>
                  <a:pt x="31750" y="0"/>
                </a:moveTo>
                <a:lnTo>
                  <a:pt x="2159000" y="0"/>
                </a:lnTo>
                <a:cubicBezTo>
                  <a:pt x="2176523" y="0"/>
                  <a:pt x="2190750" y="14227"/>
                  <a:pt x="2190750" y="31750"/>
                </a:cubicBezTo>
                <a:lnTo>
                  <a:pt x="2190750" y="873129"/>
                </a:lnTo>
                <a:cubicBezTo>
                  <a:pt x="2190750" y="943267"/>
                  <a:pt x="2133892" y="1000125"/>
                  <a:pt x="2063754" y="1000125"/>
                </a:cubicBezTo>
                <a:lnTo>
                  <a:pt x="126996" y="1000125"/>
                </a:lnTo>
                <a:cubicBezTo>
                  <a:pt x="56858" y="1000125"/>
                  <a:pt x="0" y="943267"/>
                  <a:pt x="0" y="87312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19160" dir="5400000" dist="792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42"/>
          <p:cNvSpPr/>
          <p:nvPr/>
        </p:nvSpPr>
        <p:spPr>
          <a:xfrm>
            <a:off x="9685800" y="1603440"/>
            <a:ext cx="2189160" cy="30240"/>
          </a:xfrm>
          <a:custGeom>
            <a:avLst/>
            <a:gdLst>
              <a:gd name="textAreaLeft" fmla="*/ 0 w 2189160"/>
              <a:gd name="textAreaRight" fmla="*/ 2190600 w 2189160"/>
              <a:gd name="textAreaTop" fmla="*/ 0 h 30240"/>
              <a:gd name="textAreaBottom" fmla="*/ 31680 h 30240"/>
            </a:gdLst>
            <a:ahLst/>
            <a:rect l="textAreaLeft" t="textAreaTop" r="textAreaRight" b="textAreaBottom"/>
            <a:pathLst>
              <a:path w="2190750" h="31750">
                <a:moveTo>
                  <a:pt x="31750" y="0"/>
                </a:moveTo>
                <a:lnTo>
                  <a:pt x="2159000" y="0"/>
                </a:lnTo>
                <a:cubicBezTo>
                  <a:pt x="2176523" y="0"/>
                  <a:pt x="2190750" y="14227"/>
                  <a:pt x="2190750" y="31750"/>
                </a:cubicBezTo>
                <a:lnTo>
                  <a:pt x="21907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3320" bIns="-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43"/>
          <p:cNvSpPr/>
          <p:nvPr/>
        </p:nvSpPr>
        <p:spPr>
          <a:xfrm>
            <a:off x="9836640" y="1762200"/>
            <a:ext cx="189000" cy="189000"/>
          </a:xfrm>
          <a:custGeom>
            <a:avLst/>
            <a:gdLst>
              <a:gd name="textAreaLeft" fmla="*/ 0 w 189000"/>
              <a:gd name="textAreaRight" fmla="*/ 190440 w 18900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90500" h="190500">
                <a:moveTo>
                  <a:pt x="23812" y="23812"/>
                </a:moveTo>
                <a:cubicBezTo>
                  <a:pt x="23812" y="10678"/>
                  <a:pt x="34491" y="0"/>
                  <a:pt x="47625" y="0"/>
                </a:cubicBezTo>
                <a:lnTo>
                  <a:pt x="127062" y="0"/>
                </a:lnTo>
                <a:cubicBezTo>
                  <a:pt x="133387" y="0"/>
                  <a:pt x="139452" y="2493"/>
                  <a:pt x="143917" y="6958"/>
                </a:cubicBezTo>
                <a:lnTo>
                  <a:pt x="159730" y="22771"/>
                </a:lnTo>
                <a:cubicBezTo>
                  <a:pt x="164195" y="27236"/>
                  <a:pt x="166688" y="33300"/>
                  <a:pt x="166688" y="39625"/>
                </a:cubicBezTo>
                <a:lnTo>
                  <a:pt x="166688" y="53578"/>
                </a:lnTo>
                <a:lnTo>
                  <a:pt x="23812" y="53578"/>
                </a:lnTo>
                <a:lnTo>
                  <a:pt x="23812" y="23812"/>
                </a:lnTo>
                <a:close/>
                <a:moveTo>
                  <a:pt x="0" y="95250"/>
                </a:moveTo>
                <a:cubicBezTo>
                  <a:pt x="0" y="82116"/>
                  <a:pt x="10678" y="71438"/>
                  <a:pt x="23812" y="71438"/>
                </a:cubicBezTo>
                <a:lnTo>
                  <a:pt x="166688" y="71438"/>
                </a:lnTo>
                <a:cubicBezTo>
                  <a:pt x="179822" y="71438"/>
                  <a:pt x="190500" y="82116"/>
                  <a:pt x="190500" y="95250"/>
                </a:cubicBezTo>
                <a:lnTo>
                  <a:pt x="190500" y="130969"/>
                </a:lnTo>
                <a:cubicBezTo>
                  <a:pt x="190500" y="137554"/>
                  <a:pt x="185179" y="142875"/>
                  <a:pt x="178594" y="142875"/>
                </a:cubicBezTo>
                <a:lnTo>
                  <a:pt x="166688" y="142875"/>
                </a:lnTo>
                <a:lnTo>
                  <a:pt x="166688" y="166688"/>
                </a:lnTo>
                <a:cubicBezTo>
                  <a:pt x="166688" y="179822"/>
                  <a:pt x="156009" y="190500"/>
                  <a:pt x="142875" y="190500"/>
                </a:cubicBezTo>
                <a:lnTo>
                  <a:pt x="47625" y="190500"/>
                </a:lnTo>
                <a:cubicBezTo>
                  <a:pt x="34491" y="190500"/>
                  <a:pt x="23812" y="179822"/>
                  <a:pt x="23812" y="166688"/>
                </a:cubicBezTo>
                <a:lnTo>
                  <a:pt x="23812" y="142875"/>
                </a:lnTo>
                <a:lnTo>
                  <a:pt x="11906" y="142875"/>
                </a:lnTo>
                <a:cubicBezTo>
                  <a:pt x="5321" y="142875"/>
                  <a:pt x="0" y="137554"/>
                  <a:pt x="0" y="130969"/>
                </a:cubicBezTo>
                <a:lnTo>
                  <a:pt x="0" y="95250"/>
                </a:lnTo>
                <a:close/>
                <a:moveTo>
                  <a:pt x="47625" y="154781"/>
                </a:moveTo>
                <a:lnTo>
                  <a:pt x="47625" y="166688"/>
                </a:lnTo>
                <a:lnTo>
                  <a:pt x="142875" y="166688"/>
                </a:lnTo>
                <a:lnTo>
                  <a:pt x="142875" y="130969"/>
                </a:lnTo>
                <a:lnTo>
                  <a:pt x="47625" y="130969"/>
                </a:lnTo>
                <a:lnTo>
                  <a:pt x="47625" y="154781"/>
                </a:lnTo>
                <a:close/>
                <a:moveTo>
                  <a:pt x="169664" y="101203"/>
                </a:moveTo>
                <a:cubicBezTo>
                  <a:pt x="169664" y="96275"/>
                  <a:pt x="165663" y="92273"/>
                  <a:pt x="160734" y="92273"/>
                </a:cubicBezTo>
                <a:cubicBezTo>
                  <a:pt x="155806" y="92273"/>
                  <a:pt x="151805" y="96275"/>
                  <a:pt x="151805" y="101203"/>
                </a:cubicBezTo>
                <a:cubicBezTo>
                  <a:pt x="151805" y="106132"/>
                  <a:pt x="155806" y="110133"/>
                  <a:pt x="160734" y="110133"/>
                </a:cubicBezTo>
                <a:cubicBezTo>
                  <a:pt x="165663" y="110133"/>
                  <a:pt x="169664" y="106132"/>
                  <a:pt x="169664" y="101203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44"/>
          <p:cNvSpPr/>
          <p:nvPr/>
        </p:nvSpPr>
        <p:spPr>
          <a:xfrm>
            <a:off x="10146240" y="1746360"/>
            <a:ext cx="9036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30" spc="-1" strike="noStrike">
                <a:solidFill>
                  <a:srgbClr val="1e293b"/>
                </a:solidFill>
                <a:latin typeface="Liter"/>
                <a:ea typeface="Liter"/>
              </a:rPr>
              <a:t>PDF Експорт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45"/>
          <p:cNvSpPr/>
          <p:nvPr/>
        </p:nvSpPr>
        <p:spPr>
          <a:xfrm>
            <a:off x="9812880" y="2031840"/>
            <a:ext cx="205452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87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A4/Label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46"/>
          <p:cNvSpPr/>
          <p:nvPr/>
        </p:nvSpPr>
        <p:spPr>
          <a:xfrm>
            <a:off x="9812880" y="2317680"/>
            <a:ext cx="19908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8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Формати за печат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351720" y="351720"/>
            <a:ext cx="420480" cy="420480"/>
          </a:xfrm>
          <a:custGeom>
            <a:avLst/>
            <a:gdLst>
              <a:gd name="textAreaLeft" fmla="*/ 0 w 420480"/>
              <a:gd name="textAreaRight" fmla="*/ 421920 w 420480"/>
              <a:gd name="textAreaTop" fmla="*/ 0 h 420480"/>
              <a:gd name="textAreaBottom" fmla="*/ 421920 h 420480"/>
            </a:gdLst>
            <a:ahLst/>
            <a:rect l="textAreaLeft" t="textAreaTop" r="textAreaRight" b="textAreaBottom"/>
            <a:pathLst>
              <a:path w="421929" h="421929">
                <a:moveTo>
                  <a:pt x="105482" y="0"/>
                </a:moveTo>
                <a:lnTo>
                  <a:pt x="316447" y="0"/>
                </a:lnTo>
                <a:cubicBezTo>
                  <a:pt x="374664" y="0"/>
                  <a:pt x="421929" y="47265"/>
                  <a:pt x="421929" y="105482"/>
                </a:cubicBezTo>
                <a:lnTo>
                  <a:pt x="421929" y="316447"/>
                </a:lnTo>
                <a:cubicBezTo>
                  <a:pt x="421929" y="374664"/>
                  <a:pt x="374664" y="421929"/>
                  <a:pt x="316447" y="421929"/>
                </a:cubicBezTo>
                <a:lnTo>
                  <a:pt x="105482" y="421929"/>
                </a:lnTo>
                <a:cubicBezTo>
                  <a:pt x="47265" y="421929"/>
                  <a:pt x="0" y="374664"/>
                  <a:pt x="0" y="316447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"/>
          <p:cNvSpPr/>
          <p:nvPr/>
        </p:nvSpPr>
        <p:spPr>
          <a:xfrm>
            <a:off x="474840" y="474840"/>
            <a:ext cx="174240" cy="174240"/>
          </a:xfrm>
          <a:custGeom>
            <a:avLst/>
            <a:gdLst>
              <a:gd name="textAreaLeft" fmla="*/ 0 w 174240"/>
              <a:gd name="textAreaRight" fmla="*/ 175680 w 174240"/>
              <a:gd name="textAreaTop" fmla="*/ 0 h 174240"/>
              <a:gd name="textAreaBottom" fmla="*/ 175680 h 174240"/>
            </a:gdLst>
            <a:ahLst/>
            <a:rect l="textAreaLeft" t="textAreaTop" r="textAreaRight" b="textAreaBottom"/>
            <a:pathLst>
              <a:path w="175804" h="175804">
                <a:moveTo>
                  <a:pt x="117638" y="3228"/>
                </a:moveTo>
                <a:cubicBezTo>
                  <a:pt x="113345" y="-1064"/>
                  <a:pt x="106375" y="-1064"/>
                  <a:pt x="102083" y="3228"/>
                </a:cubicBezTo>
                <a:cubicBezTo>
                  <a:pt x="97791" y="7520"/>
                  <a:pt x="97791" y="14490"/>
                  <a:pt x="102083" y="18782"/>
                </a:cubicBezTo>
                <a:lnTo>
                  <a:pt x="105311" y="21975"/>
                </a:lnTo>
                <a:lnTo>
                  <a:pt x="9649" y="117638"/>
                </a:lnTo>
                <a:cubicBezTo>
                  <a:pt x="3468" y="123818"/>
                  <a:pt x="0" y="132196"/>
                  <a:pt x="0" y="140952"/>
                </a:cubicBezTo>
                <a:lnTo>
                  <a:pt x="0" y="142841"/>
                </a:lnTo>
                <a:cubicBezTo>
                  <a:pt x="0" y="161039"/>
                  <a:pt x="14765" y="175804"/>
                  <a:pt x="32963" y="175804"/>
                </a:cubicBezTo>
                <a:lnTo>
                  <a:pt x="34852" y="175804"/>
                </a:lnTo>
                <a:cubicBezTo>
                  <a:pt x="43608" y="175804"/>
                  <a:pt x="51986" y="172336"/>
                  <a:pt x="58166" y="166155"/>
                </a:cubicBezTo>
                <a:lnTo>
                  <a:pt x="153828" y="70493"/>
                </a:lnTo>
                <a:lnTo>
                  <a:pt x="157056" y="73721"/>
                </a:lnTo>
                <a:cubicBezTo>
                  <a:pt x="161348" y="78013"/>
                  <a:pt x="168318" y="78013"/>
                  <a:pt x="172611" y="73721"/>
                </a:cubicBezTo>
                <a:cubicBezTo>
                  <a:pt x="176903" y="69429"/>
                  <a:pt x="176903" y="62458"/>
                  <a:pt x="172611" y="58166"/>
                </a:cubicBezTo>
                <a:lnTo>
                  <a:pt x="117672" y="3228"/>
                </a:lnTo>
                <a:close/>
                <a:moveTo>
                  <a:pt x="70493" y="87902"/>
                </a:moveTo>
                <a:lnTo>
                  <a:pt x="120865" y="37530"/>
                </a:lnTo>
                <a:lnTo>
                  <a:pt x="138274" y="54939"/>
                </a:lnTo>
                <a:lnTo>
                  <a:pt x="105311" y="87902"/>
                </a:lnTo>
                <a:lnTo>
                  <a:pt x="70459" y="8790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2"/>
          <p:cNvSpPr/>
          <p:nvPr/>
        </p:nvSpPr>
        <p:spPr>
          <a:xfrm>
            <a:off x="879120" y="351720"/>
            <a:ext cx="506340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32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Тестване и Качество</a:t>
            </a:r>
            <a:endParaRPr b="0" lang="en-US" sz="3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3"/>
          <p:cNvSpPr/>
          <p:nvPr/>
        </p:nvSpPr>
        <p:spPr>
          <a:xfrm>
            <a:off x="879120" y="843840"/>
            <a:ext cx="110476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39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Цялостно покритие и enterprise стандарти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4"/>
          <p:cNvSpPr/>
          <p:nvPr/>
        </p:nvSpPr>
        <p:spPr>
          <a:xfrm>
            <a:off x="369360" y="1151640"/>
            <a:ext cx="5632920" cy="2881800"/>
          </a:xfrm>
          <a:custGeom>
            <a:avLst/>
            <a:gdLst>
              <a:gd name="textAreaLeft" fmla="*/ 0 w 5632920"/>
              <a:gd name="textAreaRight" fmla="*/ 5634360 w 5632920"/>
              <a:gd name="textAreaTop" fmla="*/ 0 h 2881800"/>
              <a:gd name="textAreaBottom" fmla="*/ 2883240 h 2881800"/>
            </a:gdLst>
            <a:ahLst/>
            <a:rect l="textAreaLeft" t="textAreaTop" r="textAreaRight" b="textAreaBottom"/>
            <a:pathLst>
              <a:path w="5634515" h="2883184">
                <a:moveTo>
                  <a:pt x="35161" y="0"/>
                </a:moveTo>
                <a:lnTo>
                  <a:pt x="5493873" y="0"/>
                </a:lnTo>
                <a:cubicBezTo>
                  <a:pt x="5571547" y="0"/>
                  <a:pt x="5634515" y="62967"/>
                  <a:pt x="5634515" y="140642"/>
                </a:cubicBezTo>
                <a:lnTo>
                  <a:pt x="5634515" y="2742542"/>
                </a:lnTo>
                <a:cubicBezTo>
                  <a:pt x="5634515" y="2820216"/>
                  <a:pt x="5571547" y="2883184"/>
                  <a:pt x="5493873" y="2883184"/>
                </a:cubicBezTo>
                <a:lnTo>
                  <a:pt x="35161" y="2883184"/>
                </a:lnTo>
                <a:cubicBezTo>
                  <a:pt x="15742" y="2883184"/>
                  <a:pt x="0" y="2867442"/>
                  <a:pt x="0" y="284802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19600" dir="5400000" dist="1756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5"/>
          <p:cNvSpPr/>
          <p:nvPr/>
        </p:nvSpPr>
        <p:spPr>
          <a:xfrm>
            <a:off x="369360" y="1151640"/>
            <a:ext cx="33840" cy="2881800"/>
          </a:xfrm>
          <a:custGeom>
            <a:avLst/>
            <a:gdLst>
              <a:gd name="textAreaLeft" fmla="*/ 0 w 33840"/>
              <a:gd name="textAreaRight" fmla="*/ 35280 w 33840"/>
              <a:gd name="textAreaTop" fmla="*/ 0 h 2881800"/>
              <a:gd name="textAreaBottom" fmla="*/ 2883240 h 2881800"/>
            </a:gdLst>
            <a:ahLst/>
            <a:rect l="textAreaLeft" t="textAreaTop" r="textAreaRight" b="textAreaBottom"/>
            <a:pathLst>
              <a:path w="35161" h="2883184">
                <a:moveTo>
                  <a:pt x="35161" y="0"/>
                </a:moveTo>
                <a:lnTo>
                  <a:pt x="35161" y="0"/>
                </a:lnTo>
                <a:lnTo>
                  <a:pt x="35161" y="2883184"/>
                </a:lnTo>
                <a:lnTo>
                  <a:pt x="35161" y="2883184"/>
                </a:lnTo>
                <a:cubicBezTo>
                  <a:pt x="15742" y="2883184"/>
                  <a:pt x="0" y="2867442"/>
                  <a:pt x="0" y="284802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Shape 6"/>
          <p:cNvSpPr/>
          <p:nvPr/>
        </p:nvSpPr>
        <p:spPr>
          <a:xfrm>
            <a:off x="597600" y="1362600"/>
            <a:ext cx="561240" cy="561240"/>
          </a:xfrm>
          <a:custGeom>
            <a:avLst/>
            <a:gdLst>
              <a:gd name="textAreaLeft" fmla="*/ 0 w 561240"/>
              <a:gd name="textAreaRight" fmla="*/ 562680 w 561240"/>
              <a:gd name="textAreaTop" fmla="*/ 0 h 561240"/>
              <a:gd name="textAreaBottom" fmla="*/ 562680 h 561240"/>
            </a:gdLst>
            <a:ahLst/>
            <a:rect l="textAreaLeft" t="textAreaTop" r="textAreaRight" b="textAreaBottom"/>
            <a:pathLst>
              <a:path w="562572" h="562572">
                <a:moveTo>
                  <a:pt x="140643" y="0"/>
                </a:moveTo>
                <a:lnTo>
                  <a:pt x="421929" y="0"/>
                </a:lnTo>
                <a:cubicBezTo>
                  <a:pt x="499552" y="0"/>
                  <a:pt x="562572" y="63020"/>
                  <a:pt x="562572" y="140643"/>
                </a:cubicBezTo>
                <a:lnTo>
                  <a:pt x="562572" y="421929"/>
                </a:lnTo>
                <a:cubicBezTo>
                  <a:pt x="562572" y="499552"/>
                  <a:pt x="499552" y="562572"/>
                  <a:pt x="421929" y="562572"/>
                </a:cubicBezTo>
                <a:lnTo>
                  <a:pt x="140643" y="562572"/>
                </a:lnTo>
                <a:cubicBezTo>
                  <a:pt x="63020" y="562572"/>
                  <a:pt x="0" y="499552"/>
                  <a:pt x="0" y="421929"/>
                </a:cubicBezTo>
                <a:lnTo>
                  <a:pt x="0" y="140643"/>
                </a:lnTo>
                <a:cubicBezTo>
                  <a:pt x="0" y="63020"/>
                  <a:pt x="63020" y="0"/>
                  <a:pt x="140643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31760" dir="5400000" dist="878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7"/>
          <p:cNvSpPr/>
          <p:nvPr/>
        </p:nvSpPr>
        <p:spPr>
          <a:xfrm>
            <a:off x="732960" y="1512000"/>
            <a:ext cx="295200" cy="262440"/>
          </a:xfrm>
          <a:custGeom>
            <a:avLst/>
            <a:gdLst>
              <a:gd name="textAreaLeft" fmla="*/ 0 w 295200"/>
              <a:gd name="textAreaRight" fmla="*/ 296640 w 295200"/>
              <a:gd name="textAreaTop" fmla="*/ 0 h 262440"/>
              <a:gd name="textAreaBottom" fmla="*/ 263880 h 262440"/>
            </a:gdLst>
            <a:ahLst/>
            <a:rect l="textAreaLeft" t="textAreaTop" r="textAreaRight" b="textAreaBottom"/>
            <a:pathLst>
              <a:path w="296669" h="263706">
                <a:moveTo>
                  <a:pt x="185830" y="618"/>
                </a:moveTo>
                <a:cubicBezTo>
                  <a:pt x="177074" y="-1906"/>
                  <a:pt x="167958" y="3193"/>
                  <a:pt x="165434" y="11949"/>
                </a:cubicBezTo>
                <a:lnTo>
                  <a:pt x="99508" y="242692"/>
                </a:lnTo>
                <a:cubicBezTo>
                  <a:pt x="96984" y="251448"/>
                  <a:pt x="102083" y="260564"/>
                  <a:pt x="110839" y="263088"/>
                </a:cubicBezTo>
                <a:cubicBezTo>
                  <a:pt x="119595" y="265612"/>
                  <a:pt x="128711" y="260513"/>
                  <a:pt x="131235" y="251757"/>
                </a:cubicBezTo>
                <a:lnTo>
                  <a:pt x="197161" y="21014"/>
                </a:lnTo>
                <a:cubicBezTo>
                  <a:pt x="199685" y="12258"/>
                  <a:pt x="194586" y="3142"/>
                  <a:pt x="185830" y="618"/>
                </a:cubicBezTo>
                <a:close/>
                <a:moveTo>
                  <a:pt x="219102" y="70716"/>
                </a:moveTo>
                <a:cubicBezTo>
                  <a:pt x="212664" y="77155"/>
                  <a:pt x="212664" y="87610"/>
                  <a:pt x="219102" y="94048"/>
                </a:cubicBezTo>
                <a:lnTo>
                  <a:pt x="256907" y="131853"/>
                </a:lnTo>
                <a:lnTo>
                  <a:pt x="219102" y="169658"/>
                </a:lnTo>
                <a:cubicBezTo>
                  <a:pt x="212664" y="176096"/>
                  <a:pt x="212664" y="186551"/>
                  <a:pt x="219102" y="192989"/>
                </a:cubicBezTo>
                <a:cubicBezTo>
                  <a:pt x="225541" y="199428"/>
                  <a:pt x="235996" y="199428"/>
                  <a:pt x="242434" y="192989"/>
                </a:cubicBezTo>
                <a:lnTo>
                  <a:pt x="291879" y="143545"/>
                </a:lnTo>
                <a:cubicBezTo>
                  <a:pt x="298317" y="137106"/>
                  <a:pt x="298317" y="126651"/>
                  <a:pt x="291879" y="120213"/>
                </a:cubicBezTo>
                <a:lnTo>
                  <a:pt x="242434" y="70768"/>
                </a:lnTo>
                <a:cubicBezTo>
                  <a:pt x="235996" y="64330"/>
                  <a:pt x="225541" y="64330"/>
                  <a:pt x="219102" y="70768"/>
                </a:cubicBezTo>
                <a:close/>
                <a:moveTo>
                  <a:pt x="77618" y="70716"/>
                </a:moveTo>
                <a:cubicBezTo>
                  <a:pt x="71180" y="64278"/>
                  <a:pt x="60724" y="64278"/>
                  <a:pt x="54286" y="70716"/>
                </a:cubicBezTo>
                <a:lnTo>
                  <a:pt x="4841" y="120161"/>
                </a:lnTo>
                <a:cubicBezTo>
                  <a:pt x="-1597" y="126599"/>
                  <a:pt x="-1597" y="137055"/>
                  <a:pt x="4841" y="143493"/>
                </a:cubicBezTo>
                <a:lnTo>
                  <a:pt x="54286" y="192938"/>
                </a:lnTo>
                <a:cubicBezTo>
                  <a:pt x="60724" y="199376"/>
                  <a:pt x="71180" y="199376"/>
                  <a:pt x="77618" y="192938"/>
                </a:cubicBezTo>
                <a:cubicBezTo>
                  <a:pt x="84056" y="186500"/>
                  <a:pt x="84056" y="176044"/>
                  <a:pt x="77618" y="169606"/>
                </a:cubicBezTo>
                <a:lnTo>
                  <a:pt x="39813" y="131853"/>
                </a:lnTo>
                <a:lnTo>
                  <a:pt x="77567" y="94048"/>
                </a:lnTo>
                <a:cubicBezTo>
                  <a:pt x="84005" y="87610"/>
                  <a:pt x="84005" y="77155"/>
                  <a:pt x="77567" y="707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8"/>
          <p:cNvSpPr/>
          <p:nvPr/>
        </p:nvSpPr>
        <p:spPr>
          <a:xfrm>
            <a:off x="1301040" y="1397520"/>
            <a:ext cx="10533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1e293b"/>
                </a:solidFill>
                <a:latin typeface="Liter"/>
                <a:ea typeface="Liter"/>
              </a:rPr>
              <a:t>Unit Tests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9"/>
          <p:cNvSpPr/>
          <p:nvPr/>
        </p:nvSpPr>
        <p:spPr>
          <a:xfrm>
            <a:off x="1301040" y="1679040"/>
            <a:ext cx="14410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Jest + Supertest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10"/>
          <p:cNvSpPr/>
          <p:nvPr/>
        </p:nvSpPr>
        <p:spPr>
          <a:xfrm>
            <a:off x="597600" y="2135880"/>
            <a:ext cx="82476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4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Покритие</a:t>
            </a:r>
            <a:endParaRPr b="0" lang="en-US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1"/>
          <p:cNvSpPr/>
          <p:nvPr/>
        </p:nvSpPr>
        <p:spPr>
          <a:xfrm>
            <a:off x="5292360" y="2100960"/>
            <a:ext cx="6314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7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95%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2"/>
          <p:cNvSpPr/>
          <p:nvPr/>
        </p:nvSpPr>
        <p:spPr>
          <a:xfrm>
            <a:off x="597600" y="2487600"/>
            <a:ext cx="5193720" cy="139320"/>
          </a:xfrm>
          <a:custGeom>
            <a:avLst/>
            <a:gdLst>
              <a:gd name="textAreaLeft" fmla="*/ 0 w 5193720"/>
              <a:gd name="textAreaRight" fmla="*/ 5195160 w 51937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5195005" h="140643">
                <a:moveTo>
                  <a:pt x="70322" y="0"/>
                </a:moveTo>
                <a:lnTo>
                  <a:pt x="5124683" y="0"/>
                </a:lnTo>
                <a:cubicBezTo>
                  <a:pt x="5163521" y="0"/>
                  <a:pt x="5195005" y="31484"/>
                  <a:pt x="5195005" y="70322"/>
                </a:cubicBezTo>
                <a:lnTo>
                  <a:pt x="5195005" y="70322"/>
                </a:lnTo>
                <a:cubicBezTo>
                  <a:pt x="5195005" y="109159"/>
                  <a:pt x="5163521" y="140643"/>
                  <a:pt x="5124683" y="140643"/>
                </a:cubicBezTo>
                <a:lnTo>
                  <a:pt x="70322" y="140643"/>
                </a:lnTo>
                <a:cubicBezTo>
                  <a:pt x="31510" y="140643"/>
                  <a:pt x="0" y="109133"/>
                  <a:pt x="0" y="70322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3"/>
          <p:cNvSpPr/>
          <p:nvPr/>
        </p:nvSpPr>
        <p:spPr>
          <a:xfrm>
            <a:off x="597600" y="2487600"/>
            <a:ext cx="4938480" cy="139320"/>
          </a:xfrm>
          <a:custGeom>
            <a:avLst/>
            <a:gdLst>
              <a:gd name="textAreaLeft" fmla="*/ 0 w 4938480"/>
              <a:gd name="textAreaRight" fmla="*/ 4939920 w 493848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4940089" h="140643">
                <a:moveTo>
                  <a:pt x="70322" y="0"/>
                </a:moveTo>
                <a:lnTo>
                  <a:pt x="4869768" y="0"/>
                </a:lnTo>
                <a:cubicBezTo>
                  <a:pt x="4908605" y="0"/>
                  <a:pt x="4940089" y="31484"/>
                  <a:pt x="4940089" y="70322"/>
                </a:cubicBezTo>
                <a:lnTo>
                  <a:pt x="4940089" y="70322"/>
                </a:lnTo>
                <a:cubicBezTo>
                  <a:pt x="4940089" y="109159"/>
                  <a:pt x="4908605" y="140643"/>
                  <a:pt x="4869768" y="140643"/>
                </a:cubicBezTo>
                <a:lnTo>
                  <a:pt x="70322" y="140643"/>
                </a:lnTo>
                <a:cubicBezTo>
                  <a:pt x="31510" y="140643"/>
                  <a:pt x="0" y="109133"/>
                  <a:pt x="0" y="70322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4"/>
          <p:cNvSpPr/>
          <p:nvPr/>
        </p:nvSpPr>
        <p:spPr>
          <a:xfrm>
            <a:off x="615240" y="280404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5"/>
          <p:cNvSpPr/>
          <p:nvPr/>
        </p:nvSpPr>
        <p:spPr>
          <a:xfrm>
            <a:off x="843840" y="2768760"/>
            <a:ext cx="167004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API endpoint-ове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6"/>
          <p:cNvSpPr/>
          <p:nvPr/>
        </p:nvSpPr>
        <p:spPr>
          <a:xfrm>
            <a:off x="615240" y="308520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17"/>
          <p:cNvSpPr/>
          <p:nvPr/>
        </p:nvSpPr>
        <p:spPr>
          <a:xfrm>
            <a:off x="843840" y="3050280"/>
            <a:ext cx="167004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Бизнес логика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8"/>
          <p:cNvSpPr/>
          <p:nvPr/>
        </p:nvSpPr>
        <p:spPr>
          <a:xfrm>
            <a:off x="615240" y="336672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19"/>
          <p:cNvSpPr/>
          <p:nvPr/>
        </p:nvSpPr>
        <p:spPr>
          <a:xfrm>
            <a:off x="843840" y="3331440"/>
            <a:ext cx="16696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Валидация на данни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0"/>
          <p:cNvSpPr/>
          <p:nvPr/>
        </p:nvSpPr>
        <p:spPr>
          <a:xfrm>
            <a:off x="615240" y="364788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21"/>
          <p:cNvSpPr/>
          <p:nvPr/>
        </p:nvSpPr>
        <p:spPr>
          <a:xfrm>
            <a:off x="843840" y="3612600"/>
            <a:ext cx="16696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Утилити функции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2"/>
          <p:cNvSpPr/>
          <p:nvPr/>
        </p:nvSpPr>
        <p:spPr>
          <a:xfrm>
            <a:off x="6199920" y="1151640"/>
            <a:ext cx="5632920" cy="2881800"/>
          </a:xfrm>
          <a:custGeom>
            <a:avLst/>
            <a:gdLst>
              <a:gd name="textAreaLeft" fmla="*/ 0 w 5632920"/>
              <a:gd name="textAreaRight" fmla="*/ 5634360 w 5632920"/>
              <a:gd name="textAreaTop" fmla="*/ 0 h 2881800"/>
              <a:gd name="textAreaBottom" fmla="*/ 2883240 h 2881800"/>
            </a:gdLst>
            <a:ahLst/>
            <a:rect l="textAreaLeft" t="textAreaTop" r="textAreaRight" b="textAreaBottom"/>
            <a:pathLst>
              <a:path w="5634515" h="2883184">
                <a:moveTo>
                  <a:pt x="35161" y="0"/>
                </a:moveTo>
                <a:lnTo>
                  <a:pt x="5493873" y="0"/>
                </a:lnTo>
                <a:cubicBezTo>
                  <a:pt x="5571547" y="0"/>
                  <a:pt x="5634515" y="62967"/>
                  <a:pt x="5634515" y="140642"/>
                </a:cubicBezTo>
                <a:lnTo>
                  <a:pt x="5634515" y="2742542"/>
                </a:lnTo>
                <a:cubicBezTo>
                  <a:pt x="5634515" y="2820216"/>
                  <a:pt x="5571547" y="2883184"/>
                  <a:pt x="5493873" y="2883184"/>
                </a:cubicBezTo>
                <a:lnTo>
                  <a:pt x="35161" y="2883184"/>
                </a:lnTo>
                <a:cubicBezTo>
                  <a:pt x="15742" y="2883184"/>
                  <a:pt x="0" y="2867442"/>
                  <a:pt x="0" y="284802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19600" dir="5400000" dist="1756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3"/>
          <p:cNvSpPr/>
          <p:nvPr/>
        </p:nvSpPr>
        <p:spPr>
          <a:xfrm>
            <a:off x="6199920" y="1151640"/>
            <a:ext cx="33840" cy="2881800"/>
          </a:xfrm>
          <a:custGeom>
            <a:avLst/>
            <a:gdLst>
              <a:gd name="textAreaLeft" fmla="*/ 0 w 33840"/>
              <a:gd name="textAreaRight" fmla="*/ 35280 w 33840"/>
              <a:gd name="textAreaTop" fmla="*/ 0 h 2881800"/>
              <a:gd name="textAreaBottom" fmla="*/ 2883240 h 2881800"/>
            </a:gdLst>
            <a:ahLst/>
            <a:rect l="textAreaLeft" t="textAreaTop" r="textAreaRight" b="textAreaBottom"/>
            <a:pathLst>
              <a:path w="35161" h="2883184">
                <a:moveTo>
                  <a:pt x="35161" y="0"/>
                </a:moveTo>
                <a:lnTo>
                  <a:pt x="35161" y="0"/>
                </a:lnTo>
                <a:lnTo>
                  <a:pt x="35161" y="2883184"/>
                </a:lnTo>
                <a:lnTo>
                  <a:pt x="35161" y="2883184"/>
                </a:lnTo>
                <a:cubicBezTo>
                  <a:pt x="15742" y="2883184"/>
                  <a:pt x="0" y="2867442"/>
                  <a:pt x="0" y="284802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Shape 24"/>
          <p:cNvSpPr/>
          <p:nvPr/>
        </p:nvSpPr>
        <p:spPr>
          <a:xfrm>
            <a:off x="6428520" y="1362600"/>
            <a:ext cx="561240" cy="561240"/>
          </a:xfrm>
          <a:custGeom>
            <a:avLst/>
            <a:gdLst>
              <a:gd name="textAreaLeft" fmla="*/ 0 w 561240"/>
              <a:gd name="textAreaRight" fmla="*/ 562680 w 561240"/>
              <a:gd name="textAreaTop" fmla="*/ 0 h 561240"/>
              <a:gd name="textAreaBottom" fmla="*/ 562680 h 561240"/>
            </a:gdLst>
            <a:ahLst/>
            <a:rect l="textAreaLeft" t="textAreaTop" r="textAreaRight" b="textAreaBottom"/>
            <a:pathLst>
              <a:path w="562572" h="562572">
                <a:moveTo>
                  <a:pt x="140643" y="0"/>
                </a:moveTo>
                <a:lnTo>
                  <a:pt x="421929" y="0"/>
                </a:lnTo>
                <a:cubicBezTo>
                  <a:pt x="499552" y="0"/>
                  <a:pt x="562572" y="63020"/>
                  <a:pt x="562572" y="140643"/>
                </a:cubicBezTo>
                <a:lnTo>
                  <a:pt x="562572" y="421929"/>
                </a:lnTo>
                <a:cubicBezTo>
                  <a:pt x="562572" y="499552"/>
                  <a:pt x="499552" y="562572"/>
                  <a:pt x="421929" y="562572"/>
                </a:cubicBezTo>
                <a:lnTo>
                  <a:pt x="140643" y="562572"/>
                </a:lnTo>
                <a:cubicBezTo>
                  <a:pt x="63020" y="562572"/>
                  <a:pt x="0" y="499552"/>
                  <a:pt x="0" y="421929"/>
                </a:cubicBezTo>
                <a:lnTo>
                  <a:pt x="0" y="140643"/>
                </a:lnTo>
                <a:cubicBezTo>
                  <a:pt x="0" y="63020"/>
                  <a:pt x="63020" y="0"/>
                  <a:pt x="140643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31760" dir="5400000" dist="878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25"/>
          <p:cNvSpPr/>
          <p:nvPr/>
        </p:nvSpPr>
        <p:spPr>
          <a:xfrm>
            <a:off x="6580080" y="1512000"/>
            <a:ext cx="262440" cy="262440"/>
          </a:xfrm>
          <a:custGeom>
            <a:avLst/>
            <a:gdLst>
              <a:gd name="textAreaLeft" fmla="*/ 0 w 262440"/>
              <a:gd name="textAreaRight" fmla="*/ 263880 w 262440"/>
              <a:gd name="textAreaTop" fmla="*/ 0 h 262440"/>
              <a:gd name="textAreaBottom" fmla="*/ 263880 h 262440"/>
            </a:gdLst>
            <a:ahLst/>
            <a:rect l="textAreaLeft" t="textAreaTop" r="textAreaRight" b="textAreaBottom"/>
            <a:pathLst>
              <a:path w="263706" h="263706">
                <a:moveTo>
                  <a:pt x="0" y="41204"/>
                </a:moveTo>
                <a:cubicBezTo>
                  <a:pt x="0" y="27555"/>
                  <a:pt x="11074" y="16482"/>
                  <a:pt x="24722" y="16482"/>
                </a:cubicBezTo>
                <a:lnTo>
                  <a:pt x="74167" y="16482"/>
                </a:lnTo>
                <a:cubicBezTo>
                  <a:pt x="87816" y="16482"/>
                  <a:pt x="98890" y="27555"/>
                  <a:pt x="98890" y="41204"/>
                </a:cubicBezTo>
                <a:lnTo>
                  <a:pt x="98890" y="49445"/>
                </a:lnTo>
                <a:lnTo>
                  <a:pt x="164816" y="49445"/>
                </a:lnTo>
                <a:lnTo>
                  <a:pt x="164816" y="41204"/>
                </a:lnTo>
                <a:cubicBezTo>
                  <a:pt x="164816" y="27555"/>
                  <a:pt x="175890" y="16482"/>
                  <a:pt x="189539" y="16482"/>
                </a:cubicBezTo>
                <a:lnTo>
                  <a:pt x="238983" y="16482"/>
                </a:lnTo>
                <a:cubicBezTo>
                  <a:pt x="252632" y="16482"/>
                  <a:pt x="263706" y="27555"/>
                  <a:pt x="263706" y="41204"/>
                </a:cubicBezTo>
                <a:lnTo>
                  <a:pt x="263706" y="90649"/>
                </a:lnTo>
                <a:cubicBezTo>
                  <a:pt x="263706" y="104298"/>
                  <a:pt x="252632" y="115371"/>
                  <a:pt x="238983" y="115371"/>
                </a:cubicBezTo>
                <a:lnTo>
                  <a:pt x="189539" y="115371"/>
                </a:lnTo>
                <a:cubicBezTo>
                  <a:pt x="175890" y="115371"/>
                  <a:pt x="164816" y="104298"/>
                  <a:pt x="164816" y="90649"/>
                </a:cubicBezTo>
                <a:lnTo>
                  <a:pt x="164816" y="82408"/>
                </a:lnTo>
                <a:lnTo>
                  <a:pt x="98890" y="82408"/>
                </a:lnTo>
                <a:lnTo>
                  <a:pt x="98890" y="90649"/>
                </a:lnTo>
                <a:cubicBezTo>
                  <a:pt x="98890" y="94409"/>
                  <a:pt x="98014" y="98014"/>
                  <a:pt x="96520" y="101207"/>
                </a:cubicBezTo>
                <a:lnTo>
                  <a:pt x="131853" y="148335"/>
                </a:lnTo>
                <a:lnTo>
                  <a:pt x="173057" y="148335"/>
                </a:lnTo>
                <a:cubicBezTo>
                  <a:pt x="186706" y="148335"/>
                  <a:pt x="197779" y="159408"/>
                  <a:pt x="197779" y="173057"/>
                </a:cubicBezTo>
                <a:lnTo>
                  <a:pt x="197779" y="222502"/>
                </a:lnTo>
                <a:cubicBezTo>
                  <a:pt x="197779" y="236151"/>
                  <a:pt x="186706" y="247224"/>
                  <a:pt x="173057" y="247224"/>
                </a:cubicBezTo>
                <a:lnTo>
                  <a:pt x="123612" y="247224"/>
                </a:lnTo>
                <a:cubicBezTo>
                  <a:pt x="109963" y="247224"/>
                  <a:pt x="98890" y="236151"/>
                  <a:pt x="98890" y="222502"/>
                </a:cubicBezTo>
                <a:lnTo>
                  <a:pt x="98890" y="173057"/>
                </a:lnTo>
                <a:cubicBezTo>
                  <a:pt x="98890" y="169297"/>
                  <a:pt x="99765" y="165692"/>
                  <a:pt x="101259" y="162498"/>
                </a:cubicBezTo>
                <a:lnTo>
                  <a:pt x="65926" y="115371"/>
                </a:lnTo>
                <a:lnTo>
                  <a:pt x="24722" y="115371"/>
                </a:lnTo>
                <a:cubicBezTo>
                  <a:pt x="11074" y="115371"/>
                  <a:pt x="0" y="104298"/>
                  <a:pt x="0" y="90649"/>
                </a:cubicBezTo>
                <a:lnTo>
                  <a:pt x="0" y="412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26"/>
          <p:cNvSpPr/>
          <p:nvPr/>
        </p:nvSpPr>
        <p:spPr>
          <a:xfrm>
            <a:off x="7131600" y="1397520"/>
            <a:ext cx="22399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1e293b"/>
                </a:solidFill>
                <a:latin typeface="Liter"/>
                <a:ea typeface="Liter"/>
              </a:rPr>
              <a:t>Integration Tests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27"/>
          <p:cNvSpPr/>
          <p:nvPr/>
        </p:nvSpPr>
        <p:spPr>
          <a:xfrm>
            <a:off x="7131600" y="1679040"/>
            <a:ext cx="16423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End-to-end testing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28"/>
          <p:cNvSpPr/>
          <p:nvPr/>
        </p:nvSpPr>
        <p:spPr>
          <a:xfrm>
            <a:off x="6428520" y="2135880"/>
            <a:ext cx="82476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4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Покритие</a:t>
            </a:r>
            <a:endParaRPr b="0" lang="en-US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29"/>
          <p:cNvSpPr/>
          <p:nvPr/>
        </p:nvSpPr>
        <p:spPr>
          <a:xfrm>
            <a:off x="11093760" y="2100960"/>
            <a:ext cx="6667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7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90%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0"/>
          <p:cNvSpPr/>
          <p:nvPr/>
        </p:nvSpPr>
        <p:spPr>
          <a:xfrm>
            <a:off x="6428520" y="2487600"/>
            <a:ext cx="5193720" cy="139320"/>
          </a:xfrm>
          <a:custGeom>
            <a:avLst/>
            <a:gdLst>
              <a:gd name="textAreaLeft" fmla="*/ 0 w 5193720"/>
              <a:gd name="textAreaRight" fmla="*/ 5195160 w 51937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5195005" h="140643">
                <a:moveTo>
                  <a:pt x="70322" y="0"/>
                </a:moveTo>
                <a:lnTo>
                  <a:pt x="5124683" y="0"/>
                </a:lnTo>
                <a:cubicBezTo>
                  <a:pt x="5163521" y="0"/>
                  <a:pt x="5195005" y="31484"/>
                  <a:pt x="5195005" y="70322"/>
                </a:cubicBezTo>
                <a:lnTo>
                  <a:pt x="5195005" y="70322"/>
                </a:lnTo>
                <a:cubicBezTo>
                  <a:pt x="5195005" y="109159"/>
                  <a:pt x="5163521" y="140643"/>
                  <a:pt x="5124683" y="140643"/>
                </a:cubicBezTo>
                <a:lnTo>
                  <a:pt x="70322" y="140643"/>
                </a:lnTo>
                <a:cubicBezTo>
                  <a:pt x="31510" y="140643"/>
                  <a:pt x="0" y="109133"/>
                  <a:pt x="0" y="70322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31"/>
          <p:cNvSpPr/>
          <p:nvPr/>
        </p:nvSpPr>
        <p:spPr>
          <a:xfrm>
            <a:off x="6428520" y="2487600"/>
            <a:ext cx="4674960" cy="139320"/>
          </a:xfrm>
          <a:custGeom>
            <a:avLst/>
            <a:gdLst>
              <a:gd name="textAreaLeft" fmla="*/ 0 w 4674960"/>
              <a:gd name="textAreaRight" fmla="*/ 4676400 w 467496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4676384" h="140643">
                <a:moveTo>
                  <a:pt x="70322" y="0"/>
                </a:moveTo>
                <a:lnTo>
                  <a:pt x="4606062" y="0"/>
                </a:lnTo>
                <a:cubicBezTo>
                  <a:pt x="4644900" y="0"/>
                  <a:pt x="4676384" y="31484"/>
                  <a:pt x="4676384" y="70322"/>
                </a:cubicBezTo>
                <a:lnTo>
                  <a:pt x="4676384" y="70322"/>
                </a:lnTo>
                <a:cubicBezTo>
                  <a:pt x="4676384" y="109159"/>
                  <a:pt x="4644900" y="140643"/>
                  <a:pt x="4606062" y="140643"/>
                </a:cubicBezTo>
                <a:lnTo>
                  <a:pt x="70322" y="140643"/>
                </a:lnTo>
                <a:cubicBezTo>
                  <a:pt x="31510" y="140643"/>
                  <a:pt x="0" y="109133"/>
                  <a:pt x="0" y="70322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3b82f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2"/>
          <p:cNvSpPr/>
          <p:nvPr/>
        </p:nvSpPr>
        <p:spPr>
          <a:xfrm>
            <a:off x="6446160" y="280404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33"/>
          <p:cNvSpPr/>
          <p:nvPr/>
        </p:nvSpPr>
        <p:spPr>
          <a:xfrm>
            <a:off x="6674760" y="2768760"/>
            <a:ext cx="15537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Работни процеси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34"/>
          <p:cNvSpPr/>
          <p:nvPr/>
        </p:nvSpPr>
        <p:spPr>
          <a:xfrm>
            <a:off x="6446160" y="308520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35"/>
          <p:cNvSpPr/>
          <p:nvPr/>
        </p:nvSpPr>
        <p:spPr>
          <a:xfrm>
            <a:off x="6674760" y="3050280"/>
            <a:ext cx="20109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База данни операции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36"/>
          <p:cNvSpPr/>
          <p:nvPr/>
        </p:nvSpPr>
        <p:spPr>
          <a:xfrm>
            <a:off x="6446160" y="336672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37"/>
          <p:cNvSpPr/>
          <p:nvPr/>
        </p:nvSpPr>
        <p:spPr>
          <a:xfrm>
            <a:off x="6674760" y="3331440"/>
            <a:ext cx="15537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Имейл известия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38"/>
          <p:cNvSpPr/>
          <p:nvPr/>
        </p:nvSpPr>
        <p:spPr>
          <a:xfrm>
            <a:off x="6446160" y="3647880"/>
            <a:ext cx="139320" cy="139320"/>
          </a:xfrm>
          <a:custGeom>
            <a:avLst/>
            <a:gdLst>
              <a:gd name="textAreaLeft" fmla="*/ 0 w 139320"/>
              <a:gd name="textAreaRight" fmla="*/ 140760 w 13932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93506" y="58427"/>
                </a:moveTo>
                <a:lnTo>
                  <a:pt x="71530" y="93588"/>
                </a:lnTo>
                <a:cubicBezTo>
                  <a:pt x="70376" y="95429"/>
                  <a:pt x="68399" y="96582"/>
                  <a:pt x="66229" y="96692"/>
                </a:cubicBezTo>
                <a:cubicBezTo>
                  <a:pt x="64059" y="96802"/>
                  <a:pt x="61971" y="95813"/>
                  <a:pt x="60680" y="94055"/>
                </a:cubicBezTo>
                <a:lnTo>
                  <a:pt x="47495" y="76475"/>
                </a:lnTo>
                <a:cubicBezTo>
                  <a:pt x="45297" y="73563"/>
                  <a:pt x="45901" y="69443"/>
                  <a:pt x="48813" y="67245"/>
                </a:cubicBezTo>
                <a:cubicBezTo>
                  <a:pt x="51725" y="65047"/>
                  <a:pt x="55845" y="65652"/>
                  <a:pt x="58043" y="68564"/>
                </a:cubicBezTo>
                <a:lnTo>
                  <a:pt x="65459" y="78452"/>
                </a:lnTo>
                <a:lnTo>
                  <a:pt x="82326" y="51450"/>
                </a:lnTo>
                <a:cubicBezTo>
                  <a:pt x="84249" y="48374"/>
                  <a:pt x="88314" y="47412"/>
                  <a:pt x="91418" y="49362"/>
                </a:cubicBezTo>
                <a:cubicBezTo>
                  <a:pt x="94522" y="51313"/>
                  <a:pt x="95456" y="55351"/>
                  <a:pt x="93506" y="58455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39"/>
          <p:cNvSpPr/>
          <p:nvPr/>
        </p:nvSpPr>
        <p:spPr>
          <a:xfrm>
            <a:off x="6674760" y="3612600"/>
            <a:ext cx="17823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QR генериране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40"/>
          <p:cNvSpPr/>
          <p:nvPr/>
        </p:nvSpPr>
        <p:spPr>
          <a:xfrm>
            <a:off x="351720" y="4164480"/>
            <a:ext cx="3708000" cy="2512440"/>
          </a:xfrm>
          <a:custGeom>
            <a:avLst/>
            <a:gdLst>
              <a:gd name="textAreaLeft" fmla="*/ 0 w 3708000"/>
              <a:gd name="textAreaRight" fmla="*/ 3709440 w 3708000"/>
              <a:gd name="textAreaTop" fmla="*/ 0 h 2512440"/>
              <a:gd name="textAreaBottom" fmla="*/ 2513880 h 2512440"/>
            </a:gdLst>
            <a:ahLst/>
            <a:rect l="textAreaLeft" t="textAreaTop" r="textAreaRight" b="textAreaBottom"/>
            <a:pathLst>
              <a:path w="3709462" h="2513996">
                <a:moveTo>
                  <a:pt x="35161" y="0"/>
                </a:moveTo>
                <a:lnTo>
                  <a:pt x="3674301" y="0"/>
                </a:lnTo>
                <a:cubicBezTo>
                  <a:pt x="3693720" y="0"/>
                  <a:pt x="3709462" y="15742"/>
                  <a:pt x="3709462" y="35161"/>
                </a:cubicBezTo>
                <a:lnTo>
                  <a:pt x="3709462" y="2373363"/>
                </a:lnTo>
                <a:cubicBezTo>
                  <a:pt x="3709462" y="2451032"/>
                  <a:pt x="3646499" y="2513996"/>
                  <a:pt x="3568829" y="2513996"/>
                </a:cubicBezTo>
                <a:lnTo>
                  <a:pt x="140633" y="2513996"/>
                </a:lnTo>
                <a:cubicBezTo>
                  <a:pt x="62964" y="2513996"/>
                  <a:pt x="0" y="2451032"/>
                  <a:pt x="0" y="237336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1760" dir="5400000" dist="878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41"/>
          <p:cNvSpPr/>
          <p:nvPr/>
        </p:nvSpPr>
        <p:spPr>
          <a:xfrm>
            <a:off x="351720" y="4164480"/>
            <a:ext cx="3708000" cy="33840"/>
          </a:xfrm>
          <a:custGeom>
            <a:avLst/>
            <a:gdLst>
              <a:gd name="textAreaLeft" fmla="*/ 0 w 3708000"/>
              <a:gd name="textAreaRight" fmla="*/ 3709440 w 370800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09462" h="35161">
                <a:moveTo>
                  <a:pt x="35161" y="0"/>
                </a:moveTo>
                <a:lnTo>
                  <a:pt x="3674301" y="0"/>
                </a:lnTo>
                <a:cubicBezTo>
                  <a:pt x="3693720" y="0"/>
                  <a:pt x="3709462" y="15742"/>
                  <a:pt x="3709462" y="35161"/>
                </a:cubicBezTo>
                <a:lnTo>
                  <a:pt x="3709462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42"/>
          <p:cNvSpPr/>
          <p:nvPr/>
        </p:nvSpPr>
        <p:spPr>
          <a:xfrm>
            <a:off x="527400" y="4357800"/>
            <a:ext cx="490680" cy="490680"/>
          </a:xfrm>
          <a:custGeom>
            <a:avLst/>
            <a:gdLst>
              <a:gd name="textAreaLeft" fmla="*/ 0 w 490680"/>
              <a:gd name="textAreaRight" fmla="*/ 492120 w 490680"/>
              <a:gd name="textAreaTop" fmla="*/ 0 h 490680"/>
              <a:gd name="textAreaBottom" fmla="*/ 492120 h 490680"/>
            </a:gdLst>
            <a:ahLst/>
            <a:rect l="textAreaLeft" t="textAreaTop" r="textAreaRight" b="textAreaBottom"/>
            <a:pathLst>
              <a:path w="492251" h="492251">
                <a:moveTo>
                  <a:pt x="105484" y="0"/>
                </a:moveTo>
                <a:lnTo>
                  <a:pt x="386766" y="0"/>
                </a:lnTo>
                <a:cubicBezTo>
                  <a:pt x="445024" y="0"/>
                  <a:pt x="492251" y="47227"/>
                  <a:pt x="492251" y="105484"/>
                </a:cubicBezTo>
                <a:lnTo>
                  <a:pt x="492251" y="386766"/>
                </a:lnTo>
                <a:cubicBezTo>
                  <a:pt x="492251" y="445024"/>
                  <a:pt x="445024" y="492251"/>
                  <a:pt x="386766" y="492251"/>
                </a:cubicBezTo>
                <a:lnTo>
                  <a:pt x="105484" y="492251"/>
                </a:lnTo>
                <a:cubicBezTo>
                  <a:pt x="47227" y="492251"/>
                  <a:pt x="0" y="445024"/>
                  <a:pt x="0" y="386766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gradFill rotWithShape="0">
            <a:gsLst>
              <a:gs pos="0">
                <a:srgbClr val="ef4444"/>
              </a:gs>
              <a:gs pos="100000">
                <a:srgbClr val="ef4444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43"/>
          <p:cNvSpPr/>
          <p:nvPr/>
        </p:nvSpPr>
        <p:spPr>
          <a:xfrm>
            <a:off x="668160" y="4498560"/>
            <a:ext cx="209520" cy="209520"/>
          </a:xfrm>
          <a:custGeom>
            <a:avLst/>
            <a:gdLst>
              <a:gd name="textAreaLeft" fmla="*/ 0 w 209520"/>
              <a:gd name="textAreaRight" fmla="*/ 210960 w 209520"/>
              <a:gd name="textAreaTop" fmla="*/ 0 h 209520"/>
              <a:gd name="textAreaBottom" fmla="*/ 210960 h 209520"/>
            </a:gdLst>
            <a:ahLst/>
            <a:rect l="textAreaLeft" t="textAreaTop" r="textAreaRight" b="textAreaBottom"/>
            <a:pathLst>
              <a:path w="210965" h="210965">
                <a:moveTo>
                  <a:pt x="104411" y="1195"/>
                </a:moveTo>
                <a:cubicBezTo>
                  <a:pt x="102680" y="412"/>
                  <a:pt x="100826" y="0"/>
                  <a:pt x="98890" y="0"/>
                </a:cubicBezTo>
                <a:cubicBezTo>
                  <a:pt x="96953" y="0"/>
                  <a:pt x="95099" y="412"/>
                  <a:pt x="93368" y="1195"/>
                </a:cubicBezTo>
                <a:lnTo>
                  <a:pt x="15781" y="34117"/>
                </a:lnTo>
                <a:cubicBezTo>
                  <a:pt x="6716" y="37949"/>
                  <a:pt x="-41" y="46890"/>
                  <a:pt x="0" y="57686"/>
                </a:cubicBezTo>
                <a:cubicBezTo>
                  <a:pt x="206" y="98560"/>
                  <a:pt x="17017" y="173345"/>
                  <a:pt x="88012" y="207339"/>
                </a:cubicBezTo>
                <a:cubicBezTo>
                  <a:pt x="94893" y="210635"/>
                  <a:pt x="102886" y="210635"/>
                  <a:pt x="109768" y="207339"/>
                </a:cubicBezTo>
                <a:cubicBezTo>
                  <a:pt x="180803" y="173345"/>
                  <a:pt x="197615" y="98560"/>
                  <a:pt x="197779" y="57686"/>
                </a:cubicBezTo>
                <a:cubicBezTo>
                  <a:pt x="197821" y="46890"/>
                  <a:pt x="191063" y="37949"/>
                  <a:pt x="181998" y="34117"/>
                </a:cubicBezTo>
                <a:lnTo>
                  <a:pt x="104411" y="1195"/>
                </a:lnTo>
                <a:close/>
                <a:moveTo>
                  <a:pt x="98890" y="52741"/>
                </a:moveTo>
                <a:cubicBezTo>
                  <a:pt x="104370" y="52741"/>
                  <a:pt x="108779" y="57150"/>
                  <a:pt x="108779" y="62630"/>
                </a:cubicBezTo>
                <a:cubicBezTo>
                  <a:pt x="108779" y="72066"/>
                  <a:pt x="120192" y="76804"/>
                  <a:pt x="126867" y="70129"/>
                </a:cubicBezTo>
                <a:cubicBezTo>
                  <a:pt x="130740" y="66256"/>
                  <a:pt x="137003" y="66256"/>
                  <a:pt x="140835" y="70129"/>
                </a:cubicBezTo>
                <a:cubicBezTo>
                  <a:pt x="144667" y="74002"/>
                  <a:pt x="144709" y="80265"/>
                  <a:pt x="140835" y="84097"/>
                </a:cubicBezTo>
                <a:cubicBezTo>
                  <a:pt x="134160" y="90772"/>
                  <a:pt x="138899" y="102186"/>
                  <a:pt x="148335" y="102186"/>
                </a:cubicBezTo>
                <a:cubicBezTo>
                  <a:pt x="153815" y="102186"/>
                  <a:pt x="158224" y="106595"/>
                  <a:pt x="158224" y="112075"/>
                </a:cubicBezTo>
                <a:cubicBezTo>
                  <a:pt x="158224" y="117555"/>
                  <a:pt x="153815" y="121964"/>
                  <a:pt x="148335" y="121964"/>
                </a:cubicBezTo>
                <a:cubicBezTo>
                  <a:pt x="138899" y="121964"/>
                  <a:pt x="134160" y="133377"/>
                  <a:pt x="140835" y="140053"/>
                </a:cubicBezTo>
                <a:cubicBezTo>
                  <a:pt x="144709" y="143926"/>
                  <a:pt x="144709" y="150189"/>
                  <a:pt x="140835" y="154021"/>
                </a:cubicBezTo>
                <a:cubicBezTo>
                  <a:pt x="136962" y="157853"/>
                  <a:pt x="130699" y="157894"/>
                  <a:pt x="126867" y="154021"/>
                </a:cubicBezTo>
                <a:cubicBezTo>
                  <a:pt x="120192" y="147346"/>
                  <a:pt x="108779" y="152084"/>
                  <a:pt x="108779" y="161520"/>
                </a:cubicBezTo>
                <a:cubicBezTo>
                  <a:pt x="108779" y="167000"/>
                  <a:pt x="104370" y="171409"/>
                  <a:pt x="98890" y="171409"/>
                </a:cubicBezTo>
                <a:cubicBezTo>
                  <a:pt x="93410" y="171409"/>
                  <a:pt x="89001" y="167000"/>
                  <a:pt x="89001" y="161520"/>
                </a:cubicBezTo>
                <a:cubicBezTo>
                  <a:pt x="89001" y="152084"/>
                  <a:pt x="77587" y="147346"/>
                  <a:pt x="70912" y="154021"/>
                </a:cubicBezTo>
                <a:cubicBezTo>
                  <a:pt x="67039" y="157894"/>
                  <a:pt x="60776" y="157894"/>
                  <a:pt x="56944" y="154021"/>
                </a:cubicBezTo>
                <a:cubicBezTo>
                  <a:pt x="53112" y="150148"/>
                  <a:pt x="53071" y="143884"/>
                  <a:pt x="56944" y="140053"/>
                </a:cubicBezTo>
                <a:cubicBezTo>
                  <a:pt x="63619" y="133377"/>
                  <a:pt x="58881" y="121964"/>
                  <a:pt x="49445" y="121964"/>
                </a:cubicBezTo>
                <a:cubicBezTo>
                  <a:pt x="43965" y="121964"/>
                  <a:pt x="39556" y="117555"/>
                  <a:pt x="39556" y="112075"/>
                </a:cubicBezTo>
                <a:cubicBezTo>
                  <a:pt x="39556" y="106595"/>
                  <a:pt x="43965" y="102186"/>
                  <a:pt x="49445" y="102186"/>
                </a:cubicBezTo>
                <a:cubicBezTo>
                  <a:pt x="58881" y="102186"/>
                  <a:pt x="63619" y="90772"/>
                  <a:pt x="56944" y="84097"/>
                </a:cubicBezTo>
                <a:cubicBezTo>
                  <a:pt x="53071" y="80224"/>
                  <a:pt x="53071" y="73961"/>
                  <a:pt x="56944" y="70129"/>
                </a:cubicBezTo>
                <a:cubicBezTo>
                  <a:pt x="60817" y="66297"/>
                  <a:pt x="67080" y="66256"/>
                  <a:pt x="70912" y="70129"/>
                </a:cubicBezTo>
                <a:cubicBezTo>
                  <a:pt x="77587" y="76804"/>
                  <a:pt x="89001" y="72066"/>
                  <a:pt x="89001" y="62630"/>
                </a:cubicBezTo>
                <a:cubicBezTo>
                  <a:pt x="89001" y="57150"/>
                  <a:pt x="93410" y="52741"/>
                  <a:pt x="98890" y="52741"/>
                </a:cubicBezTo>
                <a:close/>
                <a:moveTo>
                  <a:pt x="85704" y="108779"/>
                </a:moveTo>
                <a:cubicBezTo>
                  <a:pt x="91162" y="108779"/>
                  <a:pt x="95593" y="104348"/>
                  <a:pt x="95593" y="98890"/>
                </a:cubicBezTo>
                <a:cubicBezTo>
                  <a:pt x="95593" y="93432"/>
                  <a:pt x="91162" y="89001"/>
                  <a:pt x="85704" y="89001"/>
                </a:cubicBezTo>
                <a:cubicBezTo>
                  <a:pt x="80247" y="89001"/>
                  <a:pt x="75815" y="93432"/>
                  <a:pt x="75815" y="98890"/>
                </a:cubicBezTo>
                <a:cubicBezTo>
                  <a:pt x="75815" y="104348"/>
                  <a:pt x="80247" y="108779"/>
                  <a:pt x="85704" y="108779"/>
                </a:cubicBezTo>
                <a:close/>
                <a:moveTo>
                  <a:pt x="121964" y="125260"/>
                </a:moveTo>
                <a:cubicBezTo>
                  <a:pt x="121964" y="119802"/>
                  <a:pt x="117533" y="115371"/>
                  <a:pt x="112075" y="115371"/>
                </a:cubicBezTo>
                <a:cubicBezTo>
                  <a:pt x="106617" y="115371"/>
                  <a:pt x="102186" y="119802"/>
                  <a:pt x="102186" y="125260"/>
                </a:cubicBezTo>
                <a:cubicBezTo>
                  <a:pt x="102186" y="130718"/>
                  <a:pt x="106617" y="135149"/>
                  <a:pt x="112075" y="135149"/>
                </a:cubicBezTo>
                <a:cubicBezTo>
                  <a:pt x="117533" y="135149"/>
                  <a:pt x="121964" y="130718"/>
                  <a:pt x="121964" y="1252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44"/>
          <p:cNvSpPr/>
          <p:nvPr/>
        </p:nvSpPr>
        <p:spPr>
          <a:xfrm>
            <a:off x="1125000" y="4480920"/>
            <a:ext cx="16171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Security Tests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45"/>
          <p:cNvSpPr/>
          <p:nvPr/>
        </p:nvSpPr>
        <p:spPr>
          <a:xfrm>
            <a:off x="553680" y="5025960"/>
            <a:ext cx="121680" cy="139320"/>
          </a:xfrm>
          <a:custGeom>
            <a:avLst/>
            <a:gdLst>
              <a:gd name="textAreaLeft" fmla="*/ 0 w 121680"/>
              <a:gd name="textAreaRight" fmla="*/ 123120 w 12168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46"/>
          <p:cNvSpPr/>
          <p:nvPr/>
        </p:nvSpPr>
        <p:spPr>
          <a:xfrm>
            <a:off x="773640" y="4990680"/>
            <a:ext cx="8776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SQL Injection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47"/>
          <p:cNvSpPr/>
          <p:nvPr/>
        </p:nvSpPr>
        <p:spPr>
          <a:xfrm>
            <a:off x="553680" y="5307120"/>
            <a:ext cx="121680" cy="139320"/>
          </a:xfrm>
          <a:custGeom>
            <a:avLst/>
            <a:gdLst>
              <a:gd name="textAreaLeft" fmla="*/ 0 w 121680"/>
              <a:gd name="textAreaRight" fmla="*/ 123120 w 12168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48"/>
          <p:cNvSpPr/>
          <p:nvPr/>
        </p:nvSpPr>
        <p:spPr>
          <a:xfrm>
            <a:off x="773640" y="5272200"/>
            <a:ext cx="71064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XSS атаки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49"/>
          <p:cNvSpPr/>
          <p:nvPr/>
        </p:nvSpPr>
        <p:spPr>
          <a:xfrm>
            <a:off x="553680" y="5588640"/>
            <a:ext cx="121680" cy="139320"/>
          </a:xfrm>
          <a:custGeom>
            <a:avLst/>
            <a:gdLst>
              <a:gd name="textAreaLeft" fmla="*/ 0 w 121680"/>
              <a:gd name="textAreaRight" fmla="*/ 123120 w 12168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50"/>
          <p:cNvSpPr/>
          <p:nvPr/>
        </p:nvSpPr>
        <p:spPr>
          <a:xfrm>
            <a:off x="773640" y="5553360"/>
            <a:ext cx="9039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CSRF защита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51"/>
          <p:cNvSpPr/>
          <p:nvPr/>
        </p:nvSpPr>
        <p:spPr>
          <a:xfrm>
            <a:off x="553680" y="5869800"/>
            <a:ext cx="121680" cy="139320"/>
          </a:xfrm>
          <a:custGeom>
            <a:avLst/>
            <a:gdLst>
              <a:gd name="textAreaLeft" fmla="*/ 0 w 121680"/>
              <a:gd name="textAreaRight" fmla="*/ 123120 w 121680"/>
              <a:gd name="textAreaTop" fmla="*/ 0 h 139320"/>
              <a:gd name="textAreaBottom" fmla="*/ 140760 h 139320"/>
            </a:gdLst>
            <a:ahLst/>
            <a:rect l="textAreaLeft" t="textAreaTop" r="textAreaRight" b="textAreaBottom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52"/>
          <p:cNvSpPr/>
          <p:nvPr/>
        </p:nvSpPr>
        <p:spPr>
          <a:xfrm>
            <a:off x="773640" y="5834520"/>
            <a:ext cx="100944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JWT сигурност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53"/>
          <p:cNvSpPr/>
          <p:nvPr/>
        </p:nvSpPr>
        <p:spPr>
          <a:xfrm>
            <a:off x="4238640" y="4164480"/>
            <a:ext cx="3708000" cy="2512440"/>
          </a:xfrm>
          <a:custGeom>
            <a:avLst/>
            <a:gdLst>
              <a:gd name="textAreaLeft" fmla="*/ 0 w 3708000"/>
              <a:gd name="textAreaRight" fmla="*/ 3709440 w 3708000"/>
              <a:gd name="textAreaTop" fmla="*/ 0 h 2512440"/>
              <a:gd name="textAreaBottom" fmla="*/ 2513880 h 2512440"/>
            </a:gdLst>
            <a:ahLst/>
            <a:rect l="textAreaLeft" t="textAreaTop" r="textAreaRight" b="textAreaBottom"/>
            <a:pathLst>
              <a:path w="3709462" h="2513996">
                <a:moveTo>
                  <a:pt x="35161" y="0"/>
                </a:moveTo>
                <a:lnTo>
                  <a:pt x="3674301" y="0"/>
                </a:lnTo>
                <a:cubicBezTo>
                  <a:pt x="3693720" y="0"/>
                  <a:pt x="3709462" y="15742"/>
                  <a:pt x="3709462" y="35161"/>
                </a:cubicBezTo>
                <a:lnTo>
                  <a:pt x="3709462" y="2373363"/>
                </a:lnTo>
                <a:cubicBezTo>
                  <a:pt x="3709462" y="2451032"/>
                  <a:pt x="3646499" y="2513996"/>
                  <a:pt x="3568829" y="2513996"/>
                </a:cubicBezTo>
                <a:lnTo>
                  <a:pt x="140633" y="2513996"/>
                </a:lnTo>
                <a:cubicBezTo>
                  <a:pt x="62964" y="2513996"/>
                  <a:pt x="0" y="2451032"/>
                  <a:pt x="0" y="237336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1760" dir="5400000" dist="878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54"/>
          <p:cNvSpPr/>
          <p:nvPr/>
        </p:nvSpPr>
        <p:spPr>
          <a:xfrm>
            <a:off x="4238640" y="4164480"/>
            <a:ext cx="3708000" cy="33840"/>
          </a:xfrm>
          <a:custGeom>
            <a:avLst/>
            <a:gdLst>
              <a:gd name="textAreaLeft" fmla="*/ 0 w 3708000"/>
              <a:gd name="textAreaRight" fmla="*/ 3709440 w 370800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09462" h="35161">
                <a:moveTo>
                  <a:pt x="35161" y="0"/>
                </a:moveTo>
                <a:lnTo>
                  <a:pt x="3674301" y="0"/>
                </a:lnTo>
                <a:cubicBezTo>
                  <a:pt x="3693720" y="0"/>
                  <a:pt x="3709462" y="15742"/>
                  <a:pt x="3709462" y="35161"/>
                </a:cubicBezTo>
                <a:lnTo>
                  <a:pt x="3709462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55"/>
          <p:cNvSpPr/>
          <p:nvPr/>
        </p:nvSpPr>
        <p:spPr>
          <a:xfrm>
            <a:off x="4414680" y="4357800"/>
            <a:ext cx="490680" cy="490680"/>
          </a:xfrm>
          <a:custGeom>
            <a:avLst/>
            <a:gdLst>
              <a:gd name="textAreaLeft" fmla="*/ 0 w 490680"/>
              <a:gd name="textAreaRight" fmla="*/ 492120 w 490680"/>
              <a:gd name="textAreaTop" fmla="*/ 0 h 490680"/>
              <a:gd name="textAreaBottom" fmla="*/ 492120 h 490680"/>
            </a:gdLst>
            <a:ahLst/>
            <a:rect l="textAreaLeft" t="textAreaTop" r="textAreaRight" b="textAreaBottom"/>
            <a:pathLst>
              <a:path w="492251" h="492251">
                <a:moveTo>
                  <a:pt x="105484" y="0"/>
                </a:moveTo>
                <a:lnTo>
                  <a:pt x="386766" y="0"/>
                </a:lnTo>
                <a:cubicBezTo>
                  <a:pt x="445024" y="0"/>
                  <a:pt x="492251" y="47227"/>
                  <a:pt x="492251" y="105484"/>
                </a:cubicBezTo>
                <a:lnTo>
                  <a:pt x="492251" y="386766"/>
                </a:lnTo>
                <a:cubicBezTo>
                  <a:pt x="492251" y="445024"/>
                  <a:pt x="445024" y="492251"/>
                  <a:pt x="386766" y="492251"/>
                </a:cubicBezTo>
                <a:lnTo>
                  <a:pt x="105484" y="492251"/>
                </a:lnTo>
                <a:cubicBezTo>
                  <a:pt x="47227" y="492251"/>
                  <a:pt x="0" y="445024"/>
                  <a:pt x="0" y="386766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gradFill rotWithShape="0">
            <a:gsLst>
              <a:gs pos="0">
                <a:srgbClr val="f59e0b"/>
              </a:gs>
              <a:gs pos="100000">
                <a:srgbClr val="f59e0b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56"/>
          <p:cNvSpPr/>
          <p:nvPr/>
        </p:nvSpPr>
        <p:spPr>
          <a:xfrm>
            <a:off x="4555080" y="4498560"/>
            <a:ext cx="209520" cy="209520"/>
          </a:xfrm>
          <a:custGeom>
            <a:avLst/>
            <a:gdLst>
              <a:gd name="textAreaLeft" fmla="*/ 0 w 209520"/>
              <a:gd name="textAreaRight" fmla="*/ 210960 w 209520"/>
              <a:gd name="textAreaTop" fmla="*/ 0 h 209520"/>
              <a:gd name="textAreaBottom" fmla="*/ 210960 h 209520"/>
            </a:gdLst>
            <a:ahLst/>
            <a:rect l="textAreaLeft" t="textAreaTop" r="textAreaRight" b="textAreaBottom"/>
            <a:pathLst>
              <a:path w="210965" h="210965">
                <a:moveTo>
                  <a:pt x="0" y="105482"/>
                </a:moveTo>
                <a:cubicBezTo>
                  <a:pt x="0" y="47265"/>
                  <a:pt x="47265" y="0"/>
                  <a:pt x="105482" y="0"/>
                </a:cubicBezTo>
                <a:cubicBezTo>
                  <a:pt x="163700" y="0"/>
                  <a:pt x="210965" y="47265"/>
                  <a:pt x="210965" y="105482"/>
                </a:cubicBezTo>
                <a:cubicBezTo>
                  <a:pt x="210965" y="163700"/>
                  <a:pt x="163700" y="210965"/>
                  <a:pt x="105482" y="210965"/>
                </a:cubicBezTo>
                <a:cubicBezTo>
                  <a:pt x="47265" y="210965"/>
                  <a:pt x="0" y="163700"/>
                  <a:pt x="0" y="105482"/>
                </a:cubicBezTo>
                <a:close/>
                <a:moveTo>
                  <a:pt x="118668" y="39556"/>
                </a:moveTo>
                <a:cubicBezTo>
                  <a:pt x="118668" y="32279"/>
                  <a:pt x="112759" y="26371"/>
                  <a:pt x="105482" y="26371"/>
                </a:cubicBezTo>
                <a:cubicBezTo>
                  <a:pt x="98205" y="26371"/>
                  <a:pt x="92297" y="32279"/>
                  <a:pt x="92297" y="39556"/>
                </a:cubicBezTo>
                <a:cubicBezTo>
                  <a:pt x="92297" y="46833"/>
                  <a:pt x="98205" y="52741"/>
                  <a:pt x="105482" y="52741"/>
                </a:cubicBezTo>
                <a:cubicBezTo>
                  <a:pt x="112759" y="52741"/>
                  <a:pt x="118668" y="46833"/>
                  <a:pt x="118668" y="39556"/>
                </a:cubicBezTo>
                <a:close/>
                <a:moveTo>
                  <a:pt x="105482" y="171409"/>
                </a:moveTo>
                <a:cubicBezTo>
                  <a:pt x="120027" y="171409"/>
                  <a:pt x="131853" y="159583"/>
                  <a:pt x="131853" y="145038"/>
                </a:cubicBezTo>
                <a:cubicBezTo>
                  <a:pt x="131853" y="138363"/>
                  <a:pt x="129381" y="132224"/>
                  <a:pt x="125260" y="127609"/>
                </a:cubicBezTo>
                <a:lnTo>
                  <a:pt x="153897" y="70376"/>
                </a:lnTo>
                <a:cubicBezTo>
                  <a:pt x="156328" y="65473"/>
                  <a:pt x="154350" y="59540"/>
                  <a:pt x="149488" y="57109"/>
                </a:cubicBezTo>
                <a:cubicBezTo>
                  <a:pt x="144626" y="54678"/>
                  <a:pt x="138652" y="56656"/>
                  <a:pt x="136221" y="61518"/>
                </a:cubicBezTo>
                <a:lnTo>
                  <a:pt x="107584" y="118750"/>
                </a:lnTo>
                <a:cubicBezTo>
                  <a:pt x="106883" y="118709"/>
                  <a:pt x="106183" y="118668"/>
                  <a:pt x="105482" y="118668"/>
                </a:cubicBezTo>
                <a:cubicBezTo>
                  <a:pt x="90937" y="118668"/>
                  <a:pt x="79112" y="130493"/>
                  <a:pt x="79112" y="145038"/>
                </a:cubicBezTo>
                <a:cubicBezTo>
                  <a:pt x="79112" y="159583"/>
                  <a:pt x="90937" y="171409"/>
                  <a:pt x="105482" y="171409"/>
                </a:cubicBezTo>
                <a:close/>
                <a:moveTo>
                  <a:pt x="72519" y="59334"/>
                </a:moveTo>
                <a:cubicBezTo>
                  <a:pt x="72519" y="52057"/>
                  <a:pt x="66611" y="46149"/>
                  <a:pt x="59334" y="46149"/>
                </a:cubicBezTo>
                <a:cubicBezTo>
                  <a:pt x="52057" y="46149"/>
                  <a:pt x="46149" y="52057"/>
                  <a:pt x="46149" y="59334"/>
                </a:cubicBezTo>
                <a:cubicBezTo>
                  <a:pt x="46149" y="66611"/>
                  <a:pt x="52057" y="72519"/>
                  <a:pt x="59334" y="72519"/>
                </a:cubicBezTo>
                <a:cubicBezTo>
                  <a:pt x="66611" y="72519"/>
                  <a:pt x="72519" y="66611"/>
                  <a:pt x="72519" y="59334"/>
                </a:cubicBezTo>
                <a:close/>
                <a:moveTo>
                  <a:pt x="39556" y="118668"/>
                </a:moveTo>
                <a:cubicBezTo>
                  <a:pt x="46833" y="118668"/>
                  <a:pt x="52741" y="112759"/>
                  <a:pt x="52741" y="105482"/>
                </a:cubicBezTo>
                <a:cubicBezTo>
                  <a:pt x="52741" y="98205"/>
                  <a:pt x="46833" y="92297"/>
                  <a:pt x="39556" y="92297"/>
                </a:cubicBezTo>
                <a:cubicBezTo>
                  <a:pt x="32279" y="92297"/>
                  <a:pt x="26371" y="98205"/>
                  <a:pt x="26371" y="105482"/>
                </a:cubicBezTo>
                <a:cubicBezTo>
                  <a:pt x="26371" y="112759"/>
                  <a:pt x="32279" y="118668"/>
                  <a:pt x="39556" y="118668"/>
                </a:cubicBezTo>
                <a:close/>
                <a:moveTo>
                  <a:pt x="184594" y="105482"/>
                </a:moveTo>
                <a:cubicBezTo>
                  <a:pt x="184594" y="98205"/>
                  <a:pt x="178686" y="92297"/>
                  <a:pt x="171409" y="92297"/>
                </a:cubicBezTo>
                <a:cubicBezTo>
                  <a:pt x="164132" y="92297"/>
                  <a:pt x="158224" y="98205"/>
                  <a:pt x="158224" y="105482"/>
                </a:cubicBezTo>
                <a:cubicBezTo>
                  <a:pt x="158224" y="112759"/>
                  <a:pt x="164132" y="118668"/>
                  <a:pt x="171409" y="118668"/>
                </a:cubicBezTo>
                <a:cubicBezTo>
                  <a:pt x="178686" y="118668"/>
                  <a:pt x="184594" y="112759"/>
                  <a:pt x="184594" y="1054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 57"/>
          <p:cNvSpPr/>
          <p:nvPr/>
        </p:nvSpPr>
        <p:spPr>
          <a:xfrm>
            <a:off x="5012280" y="4480920"/>
            <a:ext cx="13874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Performance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58"/>
          <p:cNvSpPr/>
          <p:nvPr/>
        </p:nvSpPr>
        <p:spPr>
          <a:xfrm>
            <a:off x="4414680" y="4990680"/>
            <a:ext cx="3356280" cy="701640"/>
          </a:xfrm>
          <a:custGeom>
            <a:avLst/>
            <a:gdLst>
              <a:gd name="textAreaLeft" fmla="*/ 0 w 3356280"/>
              <a:gd name="textAreaRight" fmla="*/ 3357720 w 3356280"/>
              <a:gd name="textAreaTop" fmla="*/ 0 h 701640"/>
              <a:gd name="textAreaBottom" fmla="*/ 703080 h 701640"/>
            </a:gdLst>
            <a:ahLst/>
            <a:rect l="textAreaLeft" t="textAreaTop" r="textAreaRight" b="textAreaBottom"/>
            <a:pathLst>
              <a:path w="3357854" h="703216">
                <a:moveTo>
                  <a:pt x="70322" y="0"/>
                </a:moveTo>
                <a:lnTo>
                  <a:pt x="3287533" y="0"/>
                </a:lnTo>
                <a:cubicBezTo>
                  <a:pt x="3326370" y="0"/>
                  <a:pt x="3357854" y="31484"/>
                  <a:pt x="3357854" y="70322"/>
                </a:cubicBezTo>
                <a:lnTo>
                  <a:pt x="3357854" y="632894"/>
                </a:lnTo>
                <a:cubicBezTo>
                  <a:pt x="3357854" y="671732"/>
                  <a:pt x="3326370" y="703216"/>
                  <a:pt x="3287533" y="703216"/>
                </a:cubicBezTo>
                <a:lnTo>
                  <a:pt x="70322" y="703216"/>
                </a:lnTo>
                <a:cubicBezTo>
                  <a:pt x="31510" y="703216"/>
                  <a:pt x="0" y="671706"/>
                  <a:pt x="0" y="632894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59"/>
          <p:cNvSpPr/>
          <p:nvPr/>
        </p:nvSpPr>
        <p:spPr>
          <a:xfrm>
            <a:off x="4454280" y="5096160"/>
            <a:ext cx="32774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7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&lt;200ms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 60"/>
          <p:cNvSpPr/>
          <p:nvPr/>
        </p:nvSpPr>
        <p:spPr>
          <a:xfrm>
            <a:off x="4489200" y="5412600"/>
            <a:ext cx="320688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7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API response time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61"/>
          <p:cNvSpPr/>
          <p:nvPr/>
        </p:nvSpPr>
        <p:spPr>
          <a:xfrm>
            <a:off x="4414680" y="5799600"/>
            <a:ext cx="3356280" cy="701640"/>
          </a:xfrm>
          <a:custGeom>
            <a:avLst/>
            <a:gdLst>
              <a:gd name="textAreaLeft" fmla="*/ 0 w 3356280"/>
              <a:gd name="textAreaRight" fmla="*/ 3357720 w 3356280"/>
              <a:gd name="textAreaTop" fmla="*/ 0 h 701640"/>
              <a:gd name="textAreaBottom" fmla="*/ 703080 h 701640"/>
            </a:gdLst>
            <a:ahLst/>
            <a:rect l="textAreaLeft" t="textAreaTop" r="textAreaRight" b="textAreaBottom"/>
            <a:pathLst>
              <a:path w="3357854" h="703216">
                <a:moveTo>
                  <a:pt x="70322" y="0"/>
                </a:moveTo>
                <a:lnTo>
                  <a:pt x="3287533" y="0"/>
                </a:lnTo>
                <a:cubicBezTo>
                  <a:pt x="3326370" y="0"/>
                  <a:pt x="3357854" y="31484"/>
                  <a:pt x="3357854" y="70322"/>
                </a:cubicBezTo>
                <a:lnTo>
                  <a:pt x="3357854" y="632894"/>
                </a:lnTo>
                <a:cubicBezTo>
                  <a:pt x="3357854" y="671732"/>
                  <a:pt x="3326370" y="703216"/>
                  <a:pt x="3287533" y="703216"/>
                </a:cubicBezTo>
                <a:lnTo>
                  <a:pt x="70322" y="703216"/>
                </a:lnTo>
                <a:cubicBezTo>
                  <a:pt x="31510" y="703216"/>
                  <a:pt x="0" y="671706"/>
                  <a:pt x="0" y="632894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62"/>
          <p:cNvSpPr/>
          <p:nvPr/>
        </p:nvSpPr>
        <p:spPr>
          <a:xfrm>
            <a:off x="4454280" y="5905080"/>
            <a:ext cx="32774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7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99.9%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63"/>
          <p:cNvSpPr/>
          <p:nvPr/>
        </p:nvSpPr>
        <p:spPr>
          <a:xfrm>
            <a:off x="4489200" y="6221520"/>
            <a:ext cx="320688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7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Uptime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64"/>
          <p:cNvSpPr/>
          <p:nvPr/>
        </p:nvSpPr>
        <p:spPr>
          <a:xfrm>
            <a:off x="8125920" y="4164480"/>
            <a:ext cx="3708000" cy="2512440"/>
          </a:xfrm>
          <a:custGeom>
            <a:avLst/>
            <a:gdLst>
              <a:gd name="textAreaLeft" fmla="*/ 0 w 3708000"/>
              <a:gd name="textAreaRight" fmla="*/ 3709440 w 3708000"/>
              <a:gd name="textAreaTop" fmla="*/ 0 h 2512440"/>
              <a:gd name="textAreaBottom" fmla="*/ 2513880 h 2512440"/>
            </a:gdLst>
            <a:ahLst/>
            <a:rect l="textAreaLeft" t="textAreaTop" r="textAreaRight" b="textAreaBottom"/>
            <a:pathLst>
              <a:path w="3709462" h="2513996">
                <a:moveTo>
                  <a:pt x="35161" y="0"/>
                </a:moveTo>
                <a:lnTo>
                  <a:pt x="3674301" y="0"/>
                </a:lnTo>
                <a:cubicBezTo>
                  <a:pt x="3693720" y="0"/>
                  <a:pt x="3709462" y="15742"/>
                  <a:pt x="3709462" y="35161"/>
                </a:cubicBezTo>
                <a:lnTo>
                  <a:pt x="3709462" y="2373363"/>
                </a:lnTo>
                <a:cubicBezTo>
                  <a:pt x="3709462" y="2451032"/>
                  <a:pt x="3646499" y="2513996"/>
                  <a:pt x="3568829" y="2513996"/>
                </a:cubicBezTo>
                <a:lnTo>
                  <a:pt x="140633" y="2513996"/>
                </a:lnTo>
                <a:cubicBezTo>
                  <a:pt x="62964" y="2513996"/>
                  <a:pt x="0" y="2451032"/>
                  <a:pt x="0" y="237336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1760" dir="5400000" dist="878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65"/>
          <p:cNvSpPr/>
          <p:nvPr/>
        </p:nvSpPr>
        <p:spPr>
          <a:xfrm>
            <a:off x="8125920" y="4164480"/>
            <a:ext cx="3708000" cy="33840"/>
          </a:xfrm>
          <a:custGeom>
            <a:avLst/>
            <a:gdLst>
              <a:gd name="textAreaLeft" fmla="*/ 0 w 3708000"/>
              <a:gd name="textAreaRight" fmla="*/ 3709440 w 3708000"/>
              <a:gd name="textAreaTop" fmla="*/ 0 h 33840"/>
              <a:gd name="textAreaBottom" fmla="*/ 35280 h 33840"/>
            </a:gdLst>
            <a:ahLst/>
            <a:rect l="textAreaLeft" t="textAreaTop" r="textAreaRight" b="textAreaBottom"/>
            <a:pathLst>
              <a:path w="3709462" h="35161">
                <a:moveTo>
                  <a:pt x="35161" y="0"/>
                </a:moveTo>
                <a:lnTo>
                  <a:pt x="3674301" y="0"/>
                </a:lnTo>
                <a:cubicBezTo>
                  <a:pt x="3693720" y="0"/>
                  <a:pt x="3709462" y="15742"/>
                  <a:pt x="3709462" y="35161"/>
                </a:cubicBezTo>
                <a:lnTo>
                  <a:pt x="3709462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720" bIns="-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Shape 66"/>
          <p:cNvSpPr/>
          <p:nvPr/>
        </p:nvSpPr>
        <p:spPr>
          <a:xfrm>
            <a:off x="8301960" y="4357800"/>
            <a:ext cx="490680" cy="490680"/>
          </a:xfrm>
          <a:custGeom>
            <a:avLst/>
            <a:gdLst>
              <a:gd name="textAreaLeft" fmla="*/ 0 w 490680"/>
              <a:gd name="textAreaRight" fmla="*/ 492120 w 490680"/>
              <a:gd name="textAreaTop" fmla="*/ 0 h 490680"/>
              <a:gd name="textAreaBottom" fmla="*/ 492120 h 490680"/>
            </a:gdLst>
            <a:ahLst/>
            <a:rect l="textAreaLeft" t="textAreaTop" r="textAreaRight" b="textAreaBottom"/>
            <a:pathLst>
              <a:path w="492251" h="492251">
                <a:moveTo>
                  <a:pt x="105484" y="0"/>
                </a:moveTo>
                <a:lnTo>
                  <a:pt x="386766" y="0"/>
                </a:lnTo>
                <a:cubicBezTo>
                  <a:pt x="445024" y="0"/>
                  <a:pt x="492251" y="47227"/>
                  <a:pt x="492251" y="105484"/>
                </a:cubicBezTo>
                <a:lnTo>
                  <a:pt x="492251" y="386766"/>
                </a:lnTo>
                <a:cubicBezTo>
                  <a:pt x="492251" y="445024"/>
                  <a:pt x="445024" y="492251"/>
                  <a:pt x="386766" y="492251"/>
                </a:cubicBezTo>
                <a:lnTo>
                  <a:pt x="105484" y="492251"/>
                </a:lnTo>
                <a:cubicBezTo>
                  <a:pt x="47227" y="492251"/>
                  <a:pt x="0" y="445024"/>
                  <a:pt x="0" y="386766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67"/>
          <p:cNvSpPr/>
          <p:nvPr/>
        </p:nvSpPr>
        <p:spPr>
          <a:xfrm>
            <a:off x="8416080" y="4498560"/>
            <a:ext cx="262440" cy="209520"/>
          </a:xfrm>
          <a:custGeom>
            <a:avLst/>
            <a:gdLst>
              <a:gd name="textAreaLeft" fmla="*/ 0 w 262440"/>
              <a:gd name="textAreaRight" fmla="*/ 263880 w 262440"/>
              <a:gd name="textAreaTop" fmla="*/ 0 h 209520"/>
              <a:gd name="textAreaBottom" fmla="*/ 210960 h 209520"/>
            </a:gdLst>
            <a:ahLst/>
            <a:rect l="textAreaLeft" t="textAreaTop" r="textAreaRight" b="textAreaBottom"/>
            <a:pathLst>
              <a:path w="263706" h="210965">
                <a:moveTo>
                  <a:pt x="131853" y="6593"/>
                </a:moveTo>
                <a:cubicBezTo>
                  <a:pt x="155504" y="6593"/>
                  <a:pt x="174705" y="25794"/>
                  <a:pt x="174705" y="49445"/>
                </a:cubicBezTo>
                <a:cubicBezTo>
                  <a:pt x="174705" y="73096"/>
                  <a:pt x="155504" y="92297"/>
                  <a:pt x="131853" y="92297"/>
                </a:cubicBezTo>
                <a:cubicBezTo>
                  <a:pt x="108202" y="92297"/>
                  <a:pt x="89001" y="73096"/>
                  <a:pt x="89001" y="49445"/>
                </a:cubicBezTo>
                <a:cubicBezTo>
                  <a:pt x="89001" y="25794"/>
                  <a:pt x="108202" y="6593"/>
                  <a:pt x="131853" y="6593"/>
                </a:cubicBezTo>
                <a:close/>
                <a:moveTo>
                  <a:pt x="39556" y="36260"/>
                </a:moveTo>
                <a:cubicBezTo>
                  <a:pt x="55929" y="36260"/>
                  <a:pt x="69223" y="49553"/>
                  <a:pt x="69223" y="65926"/>
                </a:cubicBezTo>
                <a:cubicBezTo>
                  <a:pt x="69223" y="82300"/>
                  <a:pt x="55929" y="95593"/>
                  <a:pt x="39556" y="95593"/>
                </a:cubicBezTo>
                <a:cubicBezTo>
                  <a:pt x="23182" y="95593"/>
                  <a:pt x="9889" y="82300"/>
                  <a:pt x="9889" y="65926"/>
                </a:cubicBezTo>
                <a:cubicBezTo>
                  <a:pt x="9889" y="49553"/>
                  <a:pt x="23182" y="36260"/>
                  <a:pt x="39556" y="36260"/>
                </a:cubicBezTo>
                <a:close/>
                <a:moveTo>
                  <a:pt x="0" y="171409"/>
                </a:moveTo>
                <a:cubicBezTo>
                  <a:pt x="0" y="142278"/>
                  <a:pt x="23610" y="118668"/>
                  <a:pt x="52741" y="118668"/>
                </a:cubicBezTo>
                <a:cubicBezTo>
                  <a:pt x="58015" y="118668"/>
                  <a:pt x="63125" y="119451"/>
                  <a:pt x="67945" y="120893"/>
                </a:cubicBezTo>
                <a:cubicBezTo>
                  <a:pt x="54389" y="136056"/>
                  <a:pt x="46149" y="156081"/>
                  <a:pt x="46149" y="178001"/>
                </a:cubicBezTo>
                <a:lnTo>
                  <a:pt x="46149" y="184594"/>
                </a:lnTo>
                <a:cubicBezTo>
                  <a:pt x="46149" y="189291"/>
                  <a:pt x="47137" y="193741"/>
                  <a:pt x="48909" y="197779"/>
                </a:cubicBezTo>
                <a:lnTo>
                  <a:pt x="13185" y="197779"/>
                </a:lnTo>
                <a:cubicBezTo>
                  <a:pt x="5892" y="197779"/>
                  <a:pt x="0" y="191887"/>
                  <a:pt x="0" y="184594"/>
                </a:cubicBezTo>
                <a:lnTo>
                  <a:pt x="0" y="171409"/>
                </a:lnTo>
                <a:close/>
                <a:moveTo>
                  <a:pt x="214797" y="197779"/>
                </a:moveTo>
                <a:cubicBezTo>
                  <a:pt x="216568" y="193741"/>
                  <a:pt x="217557" y="189291"/>
                  <a:pt x="217557" y="184594"/>
                </a:cubicBezTo>
                <a:lnTo>
                  <a:pt x="217557" y="178001"/>
                </a:lnTo>
                <a:cubicBezTo>
                  <a:pt x="217557" y="156081"/>
                  <a:pt x="209317" y="136056"/>
                  <a:pt x="195760" y="120893"/>
                </a:cubicBezTo>
                <a:cubicBezTo>
                  <a:pt x="200581" y="119451"/>
                  <a:pt x="205691" y="118668"/>
                  <a:pt x="210965" y="118668"/>
                </a:cubicBezTo>
                <a:cubicBezTo>
                  <a:pt x="240096" y="118668"/>
                  <a:pt x="263706" y="142278"/>
                  <a:pt x="263706" y="171409"/>
                </a:cubicBezTo>
                <a:lnTo>
                  <a:pt x="263706" y="184594"/>
                </a:lnTo>
                <a:cubicBezTo>
                  <a:pt x="263706" y="191887"/>
                  <a:pt x="257814" y="197779"/>
                  <a:pt x="250521" y="197779"/>
                </a:cubicBezTo>
                <a:lnTo>
                  <a:pt x="214797" y="197779"/>
                </a:lnTo>
                <a:close/>
                <a:moveTo>
                  <a:pt x="194483" y="65926"/>
                </a:moveTo>
                <a:cubicBezTo>
                  <a:pt x="194483" y="49553"/>
                  <a:pt x="207776" y="36260"/>
                  <a:pt x="224150" y="36260"/>
                </a:cubicBezTo>
                <a:cubicBezTo>
                  <a:pt x="240524" y="36260"/>
                  <a:pt x="253817" y="49553"/>
                  <a:pt x="253817" y="65926"/>
                </a:cubicBezTo>
                <a:cubicBezTo>
                  <a:pt x="253817" y="82300"/>
                  <a:pt x="240524" y="95593"/>
                  <a:pt x="224150" y="95593"/>
                </a:cubicBezTo>
                <a:cubicBezTo>
                  <a:pt x="207776" y="95593"/>
                  <a:pt x="194483" y="82300"/>
                  <a:pt x="194483" y="65926"/>
                </a:cubicBezTo>
                <a:close/>
                <a:moveTo>
                  <a:pt x="65926" y="178001"/>
                </a:moveTo>
                <a:cubicBezTo>
                  <a:pt x="65926" y="141577"/>
                  <a:pt x="95429" y="112075"/>
                  <a:pt x="131853" y="112075"/>
                </a:cubicBezTo>
                <a:cubicBezTo>
                  <a:pt x="168277" y="112075"/>
                  <a:pt x="197779" y="141577"/>
                  <a:pt x="197779" y="178001"/>
                </a:cubicBezTo>
                <a:lnTo>
                  <a:pt x="197779" y="184594"/>
                </a:lnTo>
                <a:cubicBezTo>
                  <a:pt x="197779" y="191887"/>
                  <a:pt x="191887" y="197779"/>
                  <a:pt x="184594" y="197779"/>
                </a:cubicBezTo>
                <a:lnTo>
                  <a:pt x="79112" y="197779"/>
                </a:lnTo>
                <a:cubicBezTo>
                  <a:pt x="71819" y="197779"/>
                  <a:pt x="65926" y="191887"/>
                  <a:pt x="65926" y="184594"/>
                </a:cubicBezTo>
                <a:lnTo>
                  <a:pt x="65926" y="178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68"/>
          <p:cNvSpPr/>
          <p:nvPr/>
        </p:nvSpPr>
        <p:spPr>
          <a:xfrm>
            <a:off x="8899560" y="4480920"/>
            <a:ext cx="138636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90" spc="-1" strike="noStrike">
                <a:solidFill>
                  <a:srgbClr val="1e293b"/>
                </a:solidFill>
                <a:latin typeface="Liter"/>
                <a:ea typeface="Liter"/>
              </a:rPr>
              <a:t>Load Testing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69"/>
          <p:cNvSpPr/>
          <p:nvPr/>
        </p:nvSpPr>
        <p:spPr>
          <a:xfrm>
            <a:off x="8301960" y="4990680"/>
            <a:ext cx="3356280" cy="701640"/>
          </a:xfrm>
          <a:custGeom>
            <a:avLst/>
            <a:gdLst>
              <a:gd name="textAreaLeft" fmla="*/ 0 w 3356280"/>
              <a:gd name="textAreaRight" fmla="*/ 3357720 w 3356280"/>
              <a:gd name="textAreaTop" fmla="*/ 0 h 701640"/>
              <a:gd name="textAreaBottom" fmla="*/ 703080 h 701640"/>
            </a:gdLst>
            <a:ahLst/>
            <a:rect l="textAreaLeft" t="textAreaTop" r="textAreaRight" b="textAreaBottom"/>
            <a:pathLst>
              <a:path w="3357854" h="703216">
                <a:moveTo>
                  <a:pt x="70322" y="0"/>
                </a:moveTo>
                <a:lnTo>
                  <a:pt x="3287533" y="0"/>
                </a:lnTo>
                <a:cubicBezTo>
                  <a:pt x="3326370" y="0"/>
                  <a:pt x="3357854" y="31484"/>
                  <a:pt x="3357854" y="70322"/>
                </a:cubicBezTo>
                <a:lnTo>
                  <a:pt x="3357854" y="632894"/>
                </a:lnTo>
                <a:cubicBezTo>
                  <a:pt x="3357854" y="671732"/>
                  <a:pt x="3326370" y="703216"/>
                  <a:pt x="3287533" y="703216"/>
                </a:cubicBezTo>
                <a:lnTo>
                  <a:pt x="70322" y="703216"/>
                </a:lnTo>
                <a:cubicBezTo>
                  <a:pt x="31510" y="703216"/>
                  <a:pt x="0" y="671706"/>
                  <a:pt x="0" y="632894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70"/>
          <p:cNvSpPr/>
          <p:nvPr/>
        </p:nvSpPr>
        <p:spPr>
          <a:xfrm>
            <a:off x="8341200" y="5096160"/>
            <a:ext cx="32774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7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1000+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71"/>
          <p:cNvSpPr/>
          <p:nvPr/>
        </p:nvSpPr>
        <p:spPr>
          <a:xfrm>
            <a:off x="8376480" y="5412600"/>
            <a:ext cx="320688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7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Едновременни потребители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72"/>
          <p:cNvSpPr/>
          <p:nvPr/>
        </p:nvSpPr>
        <p:spPr>
          <a:xfrm>
            <a:off x="8301960" y="5799600"/>
            <a:ext cx="3356280" cy="701640"/>
          </a:xfrm>
          <a:custGeom>
            <a:avLst/>
            <a:gdLst>
              <a:gd name="textAreaLeft" fmla="*/ 0 w 3356280"/>
              <a:gd name="textAreaRight" fmla="*/ 3357720 w 3356280"/>
              <a:gd name="textAreaTop" fmla="*/ 0 h 701640"/>
              <a:gd name="textAreaBottom" fmla="*/ 703080 h 701640"/>
            </a:gdLst>
            <a:ahLst/>
            <a:rect l="textAreaLeft" t="textAreaTop" r="textAreaRight" b="textAreaBottom"/>
            <a:pathLst>
              <a:path w="3357854" h="703216">
                <a:moveTo>
                  <a:pt x="70322" y="0"/>
                </a:moveTo>
                <a:lnTo>
                  <a:pt x="3287533" y="0"/>
                </a:lnTo>
                <a:cubicBezTo>
                  <a:pt x="3326370" y="0"/>
                  <a:pt x="3357854" y="31484"/>
                  <a:pt x="3357854" y="70322"/>
                </a:cubicBezTo>
                <a:lnTo>
                  <a:pt x="3357854" y="632894"/>
                </a:lnTo>
                <a:cubicBezTo>
                  <a:pt x="3357854" y="671732"/>
                  <a:pt x="3326370" y="703216"/>
                  <a:pt x="3287533" y="703216"/>
                </a:cubicBezTo>
                <a:lnTo>
                  <a:pt x="70322" y="703216"/>
                </a:lnTo>
                <a:cubicBezTo>
                  <a:pt x="31510" y="703216"/>
                  <a:pt x="0" y="671706"/>
                  <a:pt x="0" y="632894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73"/>
          <p:cNvSpPr/>
          <p:nvPr/>
        </p:nvSpPr>
        <p:spPr>
          <a:xfrm>
            <a:off x="8341200" y="5905080"/>
            <a:ext cx="32774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7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5000+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74"/>
          <p:cNvSpPr/>
          <p:nvPr/>
        </p:nvSpPr>
        <p:spPr>
          <a:xfrm>
            <a:off x="8376480" y="6221520"/>
            <a:ext cx="320688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7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Заявки/минута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0"/>
          <p:cNvSpPr/>
          <p:nvPr/>
        </p:nvSpPr>
        <p:spPr>
          <a:xfrm>
            <a:off x="351000" y="351000"/>
            <a:ext cx="419400" cy="419400"/>
          </a:xfrm>
          <a:custGeom>
            <a:avLst/>
            <a:gdLst>
              <a:gd name="textAreaLeft" fmla="*/ 0 w 419400"/>
              <a:gd name="textAreaRight" fmla="*/ 420840 w 419400"/>
              <a:gd name="textAreaTop" fmla="*/ 0 h 419400"/>
              <a:gd name="textAreaBottom" fmla="*/ 420840 h 419400"/>
            </a:gdLst>
            <a:ahLst/>
            <a:rect l="textAreaLeft" t="textAreaTop" r="textAreaRight" b="textAreaBottom"/>
            <a:pathLst>
              <a:path w="421019" h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"/>
          <p:cNvSpPr/>
          <p:nvPr/>
        </p:nvSpPr>
        <p:spPr>
          <a:xfrm>
            <a:off x="451800" y="473760"/>
            <a:ext cx="217800" cy="173880"/>
          </a:xfrm>
          <a:custGeom>
            <a:avLst/>
            <a:gdLst>
              <a:gd name="textAreaLeft" fmla="*/ 0 w 217800"/>
              <a:gd name="textAreaRight" fmla="*/ 219240 w 217800"/>
              <a:gd name="textAreaTop" fmla="*/ 0 h 173880"/>
              <a:gd name="textAreaBottom" fmla="*/ 175320 h 173880"/>
            </a:gdLst>
            <a:ahLst/>
            <a:rect l="textAreaLeft" t="textAreaTop" r="textAreaRight" b="textAreaBottom"/>
            <a:pathLst>
              <a:path w="219281" h="175424">
                <a:moveTo>
                  <a:pt x="119885" y="80963"/>
                </a:moveTo>
                <a:lnTo>
                  <a:pt x="97237" y="80963"/>
                </a:lnTo>
                <a:lnTo>
                  <a:pt x="97237" y="60611"/>
                </a:lnTo>
                <a:lnTo>
                  <a:pt x="119885" y="60611"/>
                </a:lnTo>
                <a:lnTo>
                  <a:pt x="119885" y="80963"/>
                </a:lnTo>
                <a:close/>
                <a:moveTo>
                  <a:pt x="119885" y="10964"/>
                </a:moveTo>
                <a:lnTo>
                  <a:pt x="97237" y="10964"/>
                </a:lnTo>
                <a:lnTo>
                  <a:pt x="97237" y="31761"/>
                </a:lnTo>
                <a:lnTo>
                  <a:pt x="119885" y="31761"/>
                </a:lnTo>
                <a:lnTo>
                  <a:pt x="119885" y="10964"/>
                </a:lnTo>
                <a:close/>
                <a:moveTo>
                  <a:pt x="146678" y="60576"/>
                </a:moveTo>
                <a:lnTo>
                  <a:pt x="124031" y="60576"/>
                </a:lnTo>
                <a:lnTo>
                  <a:pt x="124031" y="80928"/>
                </a:lnTo>
                <a:lnTo>
                  <a:pt x="146678" y="80928"/>
                </a:lnTo>
                <a:lnTo>
                  <a:pt x="146678" y="60576"/>
                </a:lnTo>
                <a:close/>
                <a:moveTo>
                  <a:pt x="93126" y="35873"/>
                </a:moveTo>
                <a:lnTo>
                  <a:pt x="70478" y="35873"/>
                </a:lnTo>
                <a:lnTo>
                  <a:pt x="70478" y="56465"/>
                </a:lnTo>
                <a:lnTo>
                  <a:pt x="93126" y="56465"/>
                </a:lnTo>
                <a:lnTo>
                  <a:pt x="93126" y="35873"/>
                </a:lnTo>
                <a:close/>
                <a:moveTo>
                  <a:pt x="119885" y="35873"/>
                </a:moveTo>
                <a:lnTo>
                  <a:pt x="97237" y="35873"/>
                </a:lnTo>
                <a:lnTo>
                  <a:pt x="97237" y="56465"/>
                </a:lnTo>
                <a:lnTo>
                  <a:pt x="119885" y="56465"/>
                </a:lnTo>
                <a:lnTo>
                  <a:pt x="119885" y="35873"/>
                </a:lnTo>
                <a:close/>
                <a:moveTo>
                  <a:pt x="214724" y="70136"/>
                </a:moveTo>
                <a:cubicBezTo>
                  <a:pt x="209790" y="66812"/>
                  <a:pt x="198415" y="65613"/>
                  <a:pt x="189678" y="67257"/>
                </a:cubicBezTo>
                <a:cubicBezTo>
                  <a:pt x="188547" y="59034"/>
                  <a:pt x="183956" y="51874"/>
                  <a:pt x="175596" y="45432"/>
                </a:cubicBezTo>
                <a:lnTo>
                  <a:pt x="170799" y="42246"/>
                </a:lnTo>
                <a:lnTo>
                  <a:pt x="167613" y="47043"/>
                </a:lnTo>
                <a:cubicBezTo>
                  <a:pt x="161308" y="56568"/>
                  <a:pt x="159595" y="72260"/>
                  <a:pt x="166345" y="82607"/>
                </a:cubicBezTo>
                <a:cubicBezTo>
                  <a:pt x="163364" y="84217"/>
                  <a:pt x="157505" y="86410"/>
                  <a:pt x="149762" y="86273"/>
                </a:cubicBezTo>
                <a:lnTo>
                  <a:pt x="822" y="86273"/>
                </a:lnTo>
                <a:cubicBezTo>
                  <a:pt x="-2159" y="103679"/>
                  <a:pt x="2810" y="126292"/>
                  <a:pt x="15898" y="141813"/>
                </a:cubicBezTo>
                <a:cubicBezTo>
                  <a:pt x="28609" y="156854"/>
                  <a:pt x="47659" y="164495"/>
                  <a:pt x="72568" y="164495"/>
                </a:cubicBezTo>
                <a:cubicBezTo>
                  <a:pt x="126497" y="164495"/>
                  <a:pt x="166413" y="139654"/>
                  <a:pt x="185087" y="94530"/>
                </a:cubicBezTo>
                <a:cubicBezTo>
                  <a:pt x="192419" y="94668"/>
                  <a:pt x="208248" y="94565"/>
                  <a:pt x="216368" y="79044"/>
                </a:cubicBezTo>
                <a:cubicBezTo>
                  <a:pt x="216882" y="78187"/>
                  <a:pt x="218630" y="74521"/>
                  <a:pt x="219281" y="73185"/>
                </a:cubicBezTo>
                <a:lnTo>
                  <a:pt x="214724" y="70136"/>
                </a:lnTo>
                <a:close/>
                <a:moveTo>
                  <a:pt x="39608" y="60576"/>
                </a:moveTo>
                <a:lnTo>
                  <a:pt x="16994" y="60576"/>
                </a:lnTo>
                <a:lnTo>
                  <a:pt x="16994" y="80928"/>
                </a:lnTo>
                <a:lnTo>
                  <a:pt x="39642" y="80928"/>
                </a:lnTo>
                <a:lnTo>
                  <a:pt x="39642" y="60576"/>
                </a:lnTo>
                <a:lnTo>
                  <a:pt x="39608" y="60576"/>
                </a:lnTo>
                <a:close/>
                <a:moveTo>
                  <a:pt x="66367" y="60576"/>
                </a:moveTo>
                <a:lnTo>
                  <a:pt x="43719" y="60576"/>
                </a:lnTo>
                <a:lnTo>
                  <a:pt x="43719" y="80928"/>
                </a:lnTo>
                <a:lnTo>
                  <a:pt x="66367" y="80928"/>
                </a:lnTo>
                <a:lnTo>
                  <a:pt x="66367" y="60576"/>
                </a:lnTo>
                <a:close/>
                <a:moveTo>
                  <a:pt x="93126" y="60576"/>
                </a:moveTo>
                <a:lnTo>
                  <a:pt x="70478" y="60576"/>
                </a:lnTo>
                <a:lnTo>
                  <a:pt x="70478" y="80928"/>
                </a:lnTo>
                <a:lnTo>
                  <a:pt x="93126" y="80928"/>
                </a:lnTo>
                <a:lnTo>
                  <a:pt x="93126" y="60576"/>
                </a:lnTo>
                <a:close/>
                <a:moveTo>
                  <a:pt x="66367" y="35873"/>
                </a:moveTo>
                <a:lnTo>
                  <a:pt x="43719" y="35873"/>
                </a:lnTo>
                <a:lnTo>
                  <a:pt x="43719" y="56465"/>
                </a:lnTo>
                <a:lnTo>
                  <a:pt x="66367" y="56465"/>
                </a:lnTo>
                <a:lnTo>
                  <a:pt x="66367" y="358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 2"/>
          <p:cNvSpPr/>
          <p:nvPr/>
        </p:nvSpPr>
        <p:spPr>
          <a:xfrm>
            <a:off x="876960" y="351000"/>
            <a:ext cx="52941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309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Деплоймънт и DevOps</a:t>
            </a:r>
            <a:endParaRPr b="0" lang="en-US" sz="33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3"/>
          <p:cNvSpPr/>
          <p:nvPr/>
        </p:nvSpPr>
        <p:spPr>
          <a:xfrm>
            <a:off x="876960" y="842040"/>
            <a:ext cx="11050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38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Docker контейнеризация за лесно внедряване</a:t>
            </a:r>
            <a:endParaRPr b="0" lang="en-US" sz="1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4"/>
          <p:cNvSpPr/>
          <p:nvPr/>
        </p:nvSpPr>
        <p:spPr>
          <a:xfrm>
            <a:off x="351000" y="1262880"/>
            <a:ext cx="4506840" cy="4033440"/>
          </a:xfrm>
          <a:custGeom>
            <a:avLst/>
            <a:gdLst>
              <a:gd name="textAreaLeft" fmla="*/ 0 w 4506840"/>
              <a:gd name="textAreaRight" fmla="*/ 4508280 w 4506840"/>
              <a:gd name="textAreaTop" fmla="*/ 0 h 4033440"/>
              <a:gd name="textAreaBottom" fmla="*/ 4034880 h 4033440"/>
            </a:gdLst>
            <a:ahLst/>
            <a:rect l="textAreaLeft" t="textAreaTop" r="textAreaRight" b="textAreaBottom"/>
            <a:pathLst>
              <a:path w="4508409" h="4034763">
                <a:moveTo>
                  <a:pt x="140347" y="0"/>
                </a:moveTo>
                <a:lnTo>
                  <a:pt x="4368062" y="0"/>
                </a:lnTo>
                <a:cubicBezTo>
                  <a:pt x="4445573" y="0"/>
                  <a:pt x="4508409" y="54951"/>
                  <a:pt x="4508409" y="122737"/>
                </a:cubicBezTo>
                <a:lnTo>
                  <a:pt x="4508409" y="3912026"/>
                </a:lnTo>
                <a:cubicBezTo>
                  <a:pt x="4508409" y="3979811"/>
                  <a:pt x="4445573" y="4034763"/>
                  <a:pt x="4368062" y="4034763"/>
                </a:cubicBezTo>
                <a:lnTo>
                  <a:pt x="140347" y="4034763"/>
                </a:lnTo>
                <a:cubicBezTo>
                  <a:pt x="62835" y="4034763"/>
                  <a:pt x="0" y="3979811"/>
                  <a:pt x="0" y="3912026"/>
                </a:cubicBezTo>
                <a:lnTo>
                  <a:pt x="0" y="122737"/>
                </a:lnTo>
                <a:cubicBezTo>
                  <a:pt x="0" y="54996"/>
                  <a:pt x="62887" y="0"/>
                  <a:pt x="14034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19240" dir="5400000" dist="17532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5"/>
          <p:cNvSpPr/>
          <p:nvPr/>
        </p:nvSpPr>
        <p:spPr>
          <a:xfrm>
            <a:off x="561240" y="1508760"/>
            <a:ext cx="261720" cy="209160"/>
          </a:xfrm>
          <a:custGeom>
            <a:avLst/>
            <a:gdLst>
              <a:gd name="textAreaLeft" fmla="*/ 0 w 261720"/>
              <a:gd name="textAreaRight" fmla="*/ 263160 w 261720"/>
              <a:gd name="textAreaTop" fmla="*/ 0 h 209160"/>
              <a:gd name="textAreaBottom" fmla="*/ 210600 h 209160"/>
            </a:gdLst>
            <a:ahLst/>
            <a:rect l="textAreaLeft" t="textAreaTop" r="textAreaRight" b="textAreaBottom"/>
            <a:pathLst>
              <a:path w="263137" h="210509">
                <a:moveTo>
                  <a:pt x="143862" y="97155"/>
                </a:moveTo>
                <a:lnTo>
                  <a:pt x="116685" y="97155"/>
                </a:lnTo>
                <a:lnTo>
                  <a:pt x="116685" y="72733"/>
                </a:lnTo>
                <a:lnTo>
                  <a:pt x="143862" y="72733"/>
                </a:lnTo>
                <a:lnTo>
                  <a:pt x="143862" y="97155"/>
                </a:lnTo>
                <a:close/>
                <a:moveTo>
                  <a:pt x="143862" y="13157"/>
                </a:moveTo>
                <a:lnTo>
                  <a:pt x="116685" y="13157"/>
                </a:lnTo>
                <a:lnTo>
                  <a:pt x="116685" y="38114"/>
                </a:lnTo>
                <a:lnTo>
                  <a:pt x="143862" y="38114"/>
                </a:lnTo>
                <a:lnTo>
                  <a:pt x="143862" y="13157"/>
                </a:lnTo>
                <a:close/>
                <a:moveTo>
                  <a:pt x="176014" y="72692"/>
                </a:moveTo>
                <a:lnTo>
                  <a:pt x="148837" y="72692"/>
                </a:lnTo>
                <a:lnTo>
                  <a:pt x="148837" y="97114"/>
                </a:lnTo>
                <a:lnTo>
                  <a:pt x="176014" y="97114"/>
                </a:lnTo>
                <a:lnTo>
                  <a:pt x="176014" y="72692"/>
                </a:lnTo>
                <a:close/>
                <a:moveTo>
                  <a:pt x="111751" y="43048"/>
                </a:moveTo>
                <a:lnTo>
                  <a:pt x="84574" y="43048"/>
                </a:lnTo>
                <a:lnTo>
                  <a:pt x="84574" y="67758"/>
                </a:lnTo>
                <a:lnTo>
                  <a:pt x="111751" y="67758"/>
                </a:lnTo>
                <a:lnTo>
                  <a:pt x="111751" y="43048"/>
                </a:lnTo>
                <a:close/>
                <a:moveTo>
                  <a:pt x="143862" y="43048"/>
                </a:moveTo>
                <a:lnTo>
                  <a:pt x="116685" y="43048"/>
                </a:lnTo>
                <a:lnTo>
                  <a:pt x="116685" y="67758"/>
                </a:lnTo>
                <a:lnTo>
                  <a:pt x="143862" y="67758"/>
                </a:lnTo>
                <a:lnTo>
                  <a:pt x="143862" y="43048"/>
                </a:lnTo>
                <a:close/>
                <a:moveTo>
                  <a:pt x="257668" y="84163"/>
                </a:moveTo>
                <a:cubicBezTo>
                  <a:pt x="251748" y="80174"/>
                  <a:pt x="238098" y="78735"/>
                  <a:pt x="227613" y="80709"/>
                </a:cubicBezTo>
                <a:cubicBezTo>
                  <a:pt x="226256" y="70841"/>
                  <a:pt x="220747" y="62248"/>
                  <a:pt x="210715" y="54519"/>
                </a:cubicBezTo>
                <a:lnTo>
                  <a:pt x="204959" y="50695"/>
                </a:lnTo>
                <a:lnTo>
                  <a:pt x="201135" y="56451"/>
                </a:lnTo>
                <a:cubicBezTo>
                  <a:pt x="193570" y="67881"/>
                  <a:pt x="191514" y="86712"/>
                  <a:pt x="199614" y="99129"/>
                </a:cubicBezTo>
                <a:cubicBezTo>
                  <a:pt x="196037" y="101061"/>
                  <a:pt x="189006" y="103692"/>
                  <a:pt x="179714" y="103528"/>
                </a:cubicBezTo>
                <a:lnTo>
                  <a:pt x="987" y="103528"/>
                </a:lnTo>
                <a:cubicBezTo>
                  <a:pt x="-2590" y="124414"/>
                  <a:pt x="3371" y="151550"/>
                  <a:pt x="19077" y="170175"/>
                </a:cubicBezTo>
                <a:cubicBezTo>
                  <a:pt x="34331" y="188225"/>
                  <a:pt x="57191" y="197394"/>
                  <a:pt x="87082" y="197394"/>
                </a:cubicBezTo>
                <a:cubicBezTo>
                  <a:pt x="151797" y="197394"/>
                  <a:pt x="199696" y="167585"/>
                  <a:pt x="222104" y="113437"/>
                </a:cubicBezTo>
                <a:cubicBezTo>
                  <a:pt x="230902" y="113601"/>
                  <a:pt x="249898" y="113478"/>
                  <a:pt x="259642" y="94853"/>
                </a:cubicBezTo>
                <a:cubicBezTo>
                  <a:pt x="260259" y="93825"/>
                  <a:pt x="262356" y="89425"/>
                  <a:pt x="263137" y="87822"/>
                </a:cubicBezTo>
                <a:lnTo>
                  <a:pt x="257668" y="84163"/>
                </a:lnTo>
                <a:close/>
                <a:moveTo>
                  <a:pt x="47529" y="72692"/>
                </a:moveTo>
                <a:lnTo>
                  <a:pt x="20393" y="72692"/>
                </a:lnTo>
                <a:lnTo>
                  <a:pt x="20393" y="97114"/>
                </a:lnTo>
                <a:lnTo>
                  <a:pt x="47570" y="97114"/>
                </a:lnTo>
                <a:lnTo>
                  <a:pt x="47570" y="72692"/>
                </a:lnTo>
                <a:lnTo>
                  <a:pt x="47529" y="72692"/>
                </a:lnTo>
                <a:close/>
                <a:moveTo>
                  <a:pt x="79640" y="72692"/>
                </a:moveTo>
                <a:lnTo>
                  <a:pt x="52463" y="72692"/>
                </a:lnTo>
                <a:lnTo>
                  <a:pt x="52463" y="97114"/>
                </a:lnTo>
                <a:lnTo>
                  <a:pt x="79640" y="97114"/>
                </a:lnTo>
                <a:lnTo>
                  <a:pt x="79640" y="72692"/>
                </a:lnTo>
                <a:close/>
                <a:moveTo>
                  <a:pt x="111751" y="72692"/>
                </a:moveTo>
                <a:lnTo>
                  <a:pt x="84574" y="72692"/>
                </a:lnTo>
                <a:lnTo>
                  <a:pt x="84574" y="97114"/>
                </a:lnTo>
                <a:lnTo>
                  <a:pt x="111751" y="97114"/>
                </a:lnTo>
                <a:lnTo>
                  <a:pt x="111751" y="72692"/>
                </a:lnTo>
                <a:close/>
                <a:moveTo>
                  <a:pt x="79640" y="43048"/>
                </a:moveTo>
                <a:lnTo>
                  <a:pt x="52463" y="43048"/>
                </a:lnTo>
                <a:lnTo>
                  <a:pt x="52463" y="67758"/>
                </a:lnTo>
                <a:lnTo>
                  <a:pt x="79640" y="67758"/>
                </a:lnTo>
                <a:lnTo>
                  <a:pt x="79640" y="43048"/>
                </a:lnTo>
                <a:close/>
              </a:path>
            </a:pathLst>
          </a:custGeom>
          <a:solidFill>
            <a:srgbClr val="249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6"/>
          <p:cNvSpPr/>
          <p:nvPr/>
        </p:nvSpPr>
        <p:spPr>
          <a:xfrm>
            <a:off x="824400" y="1473480"/>
            <a:ext cx="3927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1e293b"/>
                </a:solidFill>
                <a:latin typeface="Liter"/>
                <a:ea typeface="Liter"/>
              </a:rPr>
              <a:t>Docker Compose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7"/>
          <p:cNvSpPr/>
          <p:nvPr/>
        </p:nvSpPr>
        <p:spPr>
          <a:xfrm>
            <a:off x="561240" y="1929600"/>
            <a:ext cx="4086000" cy="1015920"/>
          </a:xfrm>
          <a:custGeom>
            <a:avLst/>
            <a:gdLst>
              <a:gd name="textAreaLeft" fmla="*/ 0 w 4086000"/>
              <a:gd name="textAreaRight" fmla="*/ 4087440 w 4086000"/>
              <a:gd name="textAreaTop" fmla="*/ 0 h 1015920"/>
              <a:gd name="textAreaBottom" fmla="*/ 1017360 h 1015920"/>
            </a:gdLst>
            <a:ahLst/>
            <a:rect l="textAreaLeft" t="textAreaTop" r="textAreaRight" b="textAreaBottom"/>
            <a:pathLst>
              <a:path w="4087390" h="1017462">
                <a:moveTo>
                  <a:pt x="105256" y="0"/>
                </a:moveTo>
                <a:lnTo>
                  <a:pt x="3982133" y="0"/>
                </a:lnTo>
                <a:cubicBezTo>
                  <a:pt x="4040265" y="0"/>
                  <a:pt x="4087390" y="47125"/>
                  <a:pt x="4087390" y="105256"/>
                </a:cubicBezTo>
                <a:lnTo>
                  <a:pt x="4087390" y="912205"/>
                </a:lnTo>
                <a:cubicBezTo>
                  <a:pt x="4087390" y="970337"/>
                  <a:pt x="4040265" y="1017462"/>
                  <a:pt x="3982133" y="1017462"/>
                </a:cubicBezTo>
                <a:lnTo>
                  <a:pt x="105256" y="1017462"/>
                </a:lnTo>
                <a:cubicBezTo>
                  <a:pt x="47125" y="1017462"/>
                  <a:pt x="0" y="970337"/>
                  <a:pt x="0" y="912205"/>
                </a:cubicBezTo>
                <a:lnTo>
                  <a:pt x="0" y="105256"/>
                </a:lnTo>
                <a:cubicBezTo>
                  <a:pt x="0" y="47164"/>
                  <a:pt x="47164" y="0"/>
                  <a:pt x="105256" y="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8"/>
          <p:cNvSpPr/>
          <p:nvPr/>
        </p:nvSpPr>
        <p:spPr>
          <a:xfrm>
            <a:off x="736920" y="2104920"/>
            <a:ext cx="379656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f59e0b"/>
                </a:solidFill>
                <a:latin typeface="MiSans"/>
                <a:ea typeface="MiSans"/>
              </a:rPr>
              <a:t># Една команда за пускане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9"/>
          <p:cNvSpPr/>
          <p:nvPr/>
        </p:nvSpPr>
        <p:spPr>
          <a:xfrm>
            <a:off x="736920" y="2350800"/>
            <a:ext cx="379656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f1f5f9"/>
                </a:solidFill>
                <a:latin typeface="MiSans"/>
                <a:ea typeface="MiSans"/>
              </a:rPr>
              <a:t>docker-compose up —build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10"/>
          <p:cNvSpPr/>
          <p:nvPr/>
        </p:nvSpPr>
        <p:spPr>
          <a:xfrm>
            <a:off x="736920" y="2596320"/>
            <a:ext cx="379656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64748b"/>
                </a:solidFill>
                <a:latin typeface="MiSans"/>
                <a:ea typeface="MiSans"/>
              </a:rPr>
              <a:t># Системата е готова за 30 секунди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1"/>
          <p:cNvSpPr/>
          <p:nvPr/>
        </p:nvSpPr>
        <p:spPr>
          <a:xfrm>
            <a:off x="561240" y="3087360"/>
            <a:ext cx="4086000" cy="595080"/>
          </a:xfrm>
          <a:custGeom>
            <a:avLst/>
            <a:gdLst>
              <a:gd name="textAreaLeft" fmla="*/ 0 w 4086000"/>
              <a:gd name="textAreaRight" fmla="*/ 4087440 w 4086000"/>
              <a:gd name="textAreaTop" fmla="*/ 0 h 595080"/>
              <a:gd name="textAreaBottom" fmla="*/ 596520 h 595080"/>
            </a:gdLst>
            <a:ahLst/>
            <a:rect l="textAreaLeft" t="textAreaTop" r="textAreaRight" b="textAreaBottom"/>
            <a:pathLst>
              <a:path w="4087390" h="596443">
                <a:moveTo>
                  <a:pt x="105254" y="0"/>
                </a:moveTo>
                <a:lnTo>
                  <a:pt x="3982136" y="0"/>
                </a:lnTo>
                <a:cubicBezTo>
                  <a:pt x="4040266" y="0"/>
                  <a:pt x="4087390" y="47124"/>
                  <a:pt x="4087390" y="105254"/>
                </a:cubicBezTo>
                <a:lnTo>
                  <a:pt x="4087390" y="491189"/>
                </a:lnTo>
                <a:cubicBezTo>
                  <a:pt x="4087390" y="549319"/>
                  <a:pt x="4040266" y="596443"/>
                  <a:pt x="3982136" y="596443"/>
                </a:cubicBezTo>
                <a:lnTo>
                  <a:pt x="105254" y="596443"/>
                </a:lnTo>
                <a:cubicBezTo>
                  <a:pt x="47163" y="596443"/>
                  <a:pt x="0" y="549280"/>
                  <a:pt x="0" y="491189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2"/>
          <p:cNvSpPr/>
          <p:nvPr/>
        </p:nvSpPr>
        <p:spPr>
          <a:xfrm>
            <a:off x="666720" y="3210120"/>
            <a:ext cx="349560" cy="349560"/>
          </a:xfrm>
          <a:custGeom>
            <a:avLst/>
            <a:gdLst>
              <a:gd name="textAreaLeft" fmla="*/ 0 w 349560"/>
              <a:gd name="textAreaRight" fmla="*/ 351000 w 349560"/>
              <a:gd name="textAreaTop" fmla="*/ 0 h 349560"/>
              <a:gd name="textAreaBottom" fmla="*/ 351000 h 349560"/>
            </a:gdLst>
            <a:ahLst/>
            <a:rect l="textAreaLeft" t="textAreaTop" r="textAreaRight" b="textAreaBottom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249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13"/>
          <p:cNvSpPr/>
          <p:nvPr/>
        </p:nvSpPr>
        <p:spPr>
          <a:xfrm>
            <a:off x="754200" y="3315600"/>
            <a:ext cx="173880" cy="138960"/>
          </a:xfrm>
          <a:custGeom>
            <a:avLst/>
            <a:gdLst>
              <a:gd name="textAreaLeft" fmla="*/ 0 w 173880"/>
              <a:gd name="textAreaRight" fmla="*/ 175320 w 173880"/>
              <a:gd name="textAreaTop" fmla="*/ 0 h 138960"/>
              <a:gd name="textAreaBottom" fmla="*/ 140400 h 138960"/>
            </a:gdLst>
            <a:ahLst/>
            <a:rect l="textAreaLeft" t="textAreaTop" r="textAreaRight" b="textAreaBottom"/>
            <a:pathLst>
              <a:path w="175424" h="140340">
                <a:moveTo>
                  <a:pt x="95908" y="64770"/>
                </a:moveTo>
                <a:lnTo>
                  <a:pt x="77790" y="64770"/>
                </a:lnTo>
                <a:lnTo>
                  <a:pt x="77790" y="48488"/>
                </a:lnTo>
                <a:lnTo>
                  <a:pt x="95908" y="48488"/>
                </a:lnTo>
                <a:lnTo>
                  <a:pt x="95908" y="64770"/>
                </a:lnTo>
                <a:close/>
                <a:moveTo>
                  <a:pt x="95908" y="8771"/>
                </a:moveTo>
                <a:lnTo>
                  <a:pt x="77790" y="8771"/>
                </a:lnTo>
                <a:lnTo>
                  <a:pt x="77790" y="25409"/>
                </a:lnTo>
                <a:lnTo>
                  <a:pt x="95908" y="25409"/>
                </a:lnTo>
                <a:lnTo>
                  <a:pt x="95908" y="8771"/>
                </a:lnTo>
                <a:close/>
                <a:moveTo>
                  <a:pt x="117343" y="48461"/>
                </a:moveTo>
                <a:lnTo>
                  <a:pt x="99224" y="48461"/>
                </a:lnTo>
                <a:lnTo>
                  <a:pt x="99224" y="64743"/>
                </a:lnTo>
                <a:lnTo>
                  <a:pt x="117343" y="64743"/>
                </a:lnTo>
                <a:lnTo>
                  <a:pt x="117343" y="48461"/>
                </a:lnTo>
                <a:close/>
                <a:moveTo>
                  <a:pt x="74501" y="28698"/>
                </a:moveTo>
                <a:lnTo>
                  <a:pt x="56383" y="28698"/>
                </a:lnTo>
                <a:lnTo>
                  <a:pt x="56383" y="45172"/>
                </a:lnTo>
                <a:lnTo>
                  <a:pt x="74501" y="45172"/>
                </a:lnTo>
                <a:lnTo>
                  <a:pt x="74501" y="28698"/>
                </a:lnTo>
                <a:close/>
                <a:moveTo>
                  <a:pt x="95908" y="28698"/>
                </a:moveTo>
                <a:lnTo>
                  <a:pt x="77790" y="28698"/>
                </a:lnTo>
                <a:lnTo>
                  <a:pt x="77790" y="45172"/>
                </a:lnTo>
                <a:lnTo>
                  <a:pt x="95908" y="45172"/>
                </a:lnTo>
                <a:lnTo>
                  <a:pt x="95908" y="28698"/>
                </a:lnTo>
                <a:close/>
                <a:moveTo>
                  <a:pt x="171779" y="56108"/>
                </a:moveTo>
                <a:cubicBezTo>
                  <a:pt x="167832" y="53450"/>
                  <a:pt x="158732" y="52490"/>
                  <a:pt x="151742" y="53806"/>
                </a:cubicBezTo>
                <a:cubicBezTo>
                  <a:pt x="150838" y="47228"/>
                  <a:pt x="147165" y="41499"/>
                  <a:pt x="140477" y="36346"/>
                </a:cubicBezTo>
                <a:lnTo>
                  <a:pt x="136639" y="33797"/>
                </a:lnTo>
                <a:lnTo>
                  <a:pt x="134090" y="37634"/>
                </a:lnTo>
                <a:cubicBezTo>
                  <a:pt x="129047" y="45254"/>
                  <a:pt x="127676" y="57808"/>
                  <a:pt x="133076" y="66086"/>
                </a:cubicBezTo>
                <a:cubicBezTo>
                  <a:pt x="130691" y="67374"/>
                  <a:pt x="126004" y="69128"/>
                  <a:pt x="119809" y="69019"/>
                </a:cubicBezTo>
                <a:lnTo>
                  <a:pt x="658" y="69019"/>
                </a:lnTo>
                <a:cubicBezTo>
                  <a:pt x="-1727" y="82943"/>
                  <a:pt x="2248" y="101034"/>
                  <a:pt x="12718" y="113450"/>
                </a:cubicBezTo>
                <a:cubicBezTo>
                  <a:pt x="22887" y="125483"/>
                  <a:pt x="38127" y="131596"/>
                  <a:pt x="58055" y="131596"/>
                </a:cubicBezTo>
                <a:cubicBezTo>
                  <a:pt x="101198" y="131596"/>
                  <a:pt x="133131" y="111723"/>
                  <a:pt x="148069" y="75624"/>
                </a:cubicBezTo>
                <a:cubicBezTo>
                  <a:pt x="153935" y="75734"/>
                  <a:pt x="166598" y="75652"/>
                  <a:pt x="173095" y="63235"/>
                </a:cubicBezTo>
                <a:cubicBezTo>
                  <a:pt x="173506" y="62550"/>
                  <a:pt x="174904" y="59617"/>
                  <a:pt x="175424" y="58548"/>
                </a:cubicBezTo>
                <a:lnTo>
                  <a:pt x="171779" y="56108"/>
                </a:lnTo>
                <a:close/>
                <a:moveTo>
                  <a:pt x="31686" y="48461"/>
                </a:moveTo>
                <a:lnTo>
                  <a:pt x="13595" y="48461"/>
                </a:lnTo>
                <a:lnTo>
                  <a:pt x="13595" y="64743"/>
                </a:lnTo>
                <a:lnTo>
                  <a:pt x="31713" y="64743"/>
                </a:lnTo>
                <a:lnTo>
                  <a:pt x="31713" y="48461"/>
                </a:lnTo>
                <a:lnTo>
                  <a:pt x="31686" y="48461"/>
                </a:lnTo>
                <a:close/>
                <a:moveTo>
                  <a:pt x="53093" y="48461"/>
                </a:moveTo>
                <a:lnTo>
                  <a:pt x="34975" y="48461"/>
                </a:lnTo>
                <a:lnTo>
                  <a:pt x="34975" y="64743"/>
                </a:lnTo>
                <a:lnTo>
                  <a:pt x="53093" y="64743"/>
                </a:lnTo>
                <a:lnTo>
                  <a:pt x="53093" y="48461"/>
                </a:lnTo>
                <a:close/>
                <a:moveTo>
                  <a:pt x="74501" y="48461"/>
                </a:moveTo>
                <a:lnTo>
                  <a:pt x="56383" y="48461"/>
                </a:lnTo>
                <a:lnTo>
                  <a:pt x="56383" y="64743"/>
                </a:lnTo>
                <a:lnTo>
                  <a:pt x="74501" y="64743"/>
                </a:lnTo>
                <a:lnTo>
                  <a:pt x="74501" y="48461"/>
                </a:lnTo>
                <a:close/>
                <a:moveTo>
                  <a:pt x="53093" y="28698"/>
                </a:moveTo>
                <a:lnTo>
                  <a:pt x="34975" y="28698"/>
                </a:lnTo>
                <a:lnTo>
                  <a:pt x="34975" y="45172"/>
                </a:lnTo>
                <a:lnTo>
                  <a:pt x="53093" y="45172"/>
                </a:lnTo>
                <a:lnTo>
                  <a:pt x="53093" y="286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14"/>
          <p:cNvSpPr/>
          <p:nvPr/>
        </p:nvSpPr>
        <p:spPr>
          <a:xfrm>
            <a:off x="1122840" y="3192840"/>
            <a:ext cx="2858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6 Контейнера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15"/>
          <p:cNvSpPr/>
          <p:nvPr/>
        </p:nvSpPr>
        <p:spPr>
          <a:xfrm>
            <a:off x="1122840" y="3403080"/>
            <a:ext cx="34480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Frontend, Backend, Admin, PostgreSQL, Redis, Nginx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6"/>
          <p:cNvSpPr/>
          <p:nvPr/>
        </p:nvSpPr>
        <p:spPr>
          <a:xfrm>
            <a:off x="561240" y="3789000"/>
            <a:ext cx="4086000" cy="595080"/>
          </a:xfrm>
          <a:custGeom>
            <a:avLst/>
            <a:gdLst>
              <a:gd name="textAreaLeft" fmla="*/ 0 w 4086000"/>
              <a:gd name="textAreaRight" fmla="*/ 4087440 w 4086000"/>
              <a:gd name="textAreaTop" fmla="*/ 0 h 595080"/>
              <a:gd name="textAreaBottom" fmla="*/ 596520 h 595080"/>
            </a:gdLst>
            <a:ahLst/>
            <a:rect l="textAreaLeft" t="textAreaTop" r="textAreaRight" b="textAreaBottom"/>
            <a:pathLst>
              <a:path w="4087390" h="596443">
                <a:moveTo>
                  <a:pt x="105254" y="0"/>
                </a:moveTo>
                <a:lnTo>
                  <a:pt x="3982136" y="0"/>
                </a:lnTo>
                <a:cubicBezTo>
                  <a:pt x="4040266" y="0"/>
                  <a:pt x="4087390" y="47124"/>
                  <a:pt x="4087390" y="105254"/>
                </a:cubicBezTo>
                <a:lnTo>
                  <a:pt x="4087390" y="491189"/>
                </a:lnTo>
                <a:cubicBezTo>
                  <a:pt x="4087390" y="549319"/>
                  <a:pt x="4040266" y="596443"/>
                  <a:pt x="3982136" y="596443"/>
                </a:cubicBezTo>
                <a:lnTo>
                  <a:pt x="105254" y="596443"/>
                </a:lnTo>
                <a:cubicBezTo>
                  <a:pt x="47163" y="596443"/>
                  <a:pt x="0" y="549280"/>
                  <a:pt x="0" y="491189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7"/>
          <p:cNvSpPr/>
          <p:nvPr/>
        </p:nvSpPr>
        <p:spPr>
          <a:xfrm>
            <a:off x="666720" y="3912120"/>
            <a:ext cx="349560" cy="349560"/>
          </a:xfrm>
          <a:custGeom>
            <a:avLst/>
            <a:gdLst>
              <a:gd name="textAreaLeft" fmla="*/ 0 w 349560"/>
              <a:gd name="textAreaRight" fmla="*/ 351000 w 349560"/>
              <a:gd name="textAreaTop" fmla="*/ 0 h 349560"/>
              <a:gd name="textAreaBottom" fmla="*/ 351000 h 349560"/>
            </a:gdLst>
            <a:ahLst/>
            <a:rect l="textAreaLeft" t="textAreaTop" r="textAreaRight" b="textAreaBottom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Shape 18"/>
          <p:cNvSpPr/>
          <p:nvPr/>
        </p:nvSpPr>
        <p:spPr>
          <a:xfrm>
            <a:off x="763200" y="4017240"/>
            <a:ext cx="156600" cy="138960"/>
          </a:xfrm>
          <a:custGeom>
            <a:avLst/>
            <a:gdLst>
              <a:gd name="textAreaLeft" fmla="*/ 0 w 156600"/>
              <a:gd name="textAreaRight" fmla="*/ 158040 w 156600"/>
              <a:gd name="textAreaTop" fmla="*/ 0 h 138960"/>
              <a:gd name="textAreaBottom" fmla="*/ 140400 h 138960"/>
            </a:gdLst>
            <a:ahLst/>
            <a:rect l="textAreaLeft" t="textAreaTop" r="textAreaRight" b="textAreaBottom"/>
            <a:pathLst>
              <a:path w="157882" h="140340">
                <a:moveTo>
                  <a:pt x="67977" y="24121"/>
                </a:moveTo>
                <a:lnTo>
                  <a:pt x="89905" y="24121"/>
                </a:lnTo>
                <a:lnTo>
                  <a:pt x="89905" y="37278"/>
                </a:lnTo>
                <a:lnTo>
                  <a:pt x="67977" y="37278"/>
                </a:lnTo>
                <a:lnTo>
                  <a:pt x="67977" y="24121"/>
                </a:lnTo>
                <a:close/>
                <a:moveTo>
                  <a:pt x="65784" y="8771"/>
                </a:moveTo>
                <a:cubicBezTo>
                  <a:pt x="58521" y="8771"/>
                  <a:pt x="52627" y="14664"/>
                  <a:pt x="52627" y="21928"/>
                </a:cubicBezTo>
                <a:lnTo>
                  <a:pt x="52627" y="39471"/>
                </a:lnTo>
                <a:cubicBezTo>
                  <a:pt x="52627" y="46734"/>
                  <a:pt x="58521" y="52627"/>
                  <a:pt x="65784" y="52627"/>
                </a:cubicBezTo>
                <a:lnTo>
                  <a:pt x="70170" y="52627"/>
                </a:lnTo>
                <a:lnTo>
                  <a:pt x="70170" y="61399"/>
                </a:lnTo>
                <a:lnTo>
                  <a:pt x="8771" y="61399"/>
                </a:lnTo>
                <a:cubicBezTo>
                  <a:pt x="3920" y="61399"/>
                  <a:pt x="0" y="65318"/>
                  <a:pt x="0" y="70170"/>
                </a:cubicBezTo>
                <a:cubicBezTo>
                  <a:pt x="0" y="75021"/>
                  <a:pt x="3920" y="78941"/>
                  <a:pt x="8771" y="78941"/>
                </a:cubicBezTo>
                <a:lnTo>
                  <a:pt x="35085" y="78941"/>
                </a:lnTo>
                <a:lnTo>
                  <a:pt x="35085" y="87712"/>
                </a:lnTo>
                <a:lnTo>
                  <a:pt x="30699" y="87712"/>
                </a:lnTo>
                <a:cubicBezTo>
                  <a:pt x="23436" y="87712"/>
                  <a:pt x="17542" y="93605"/>
                  <a:pt x="17542" y="100869"/>
                </a:cubicBezTo>
                <a:lnTo>
                  <a:pt x="17542" y="118412"/>
                </a:lnTo>
                <a:cubicBezTo>
                  <a:pt x="17542" y="125675"/>
                  <a:pt x="23436" y="131568"/>
                  <a:pt x="30699" y="131568"/>
                </a:cubicBezTo>
                <a:lnTo>
                  <a:pt x="57013" y="131568"/>
                </a:lnTo>
                <a:cubicBezTo>
                  <a:pt x="64277" y="131568"/>
                  <a:pt x="70170" y="125675"/>
                  <a:pt x="70170" y="118412"/>
                </a:cubicBezTo>
                <a:lnTo>
                  <a:pt x="70170" y="100869"/>
                </a:lnTo>
                <a:cubicBezTo>
                  <a:pt x="70170" y="93605"/>
                  <a:pt x="64277" y="87712"/>
                  <a:pt x="57013" y="87712"/>
                </a:cubicBezTo>
                <a:lnTo>
                  <a:pt x="52627" y="87712"/>
                </a:lnTo>
                <a:lnTo>
                  <a:pt x="52627" y="78941"/>
                </a:lnTo>
                <a:lnTo>
                  <a:pt x="105255" y="78941"/>
                </a:lnTo>
                <a:lnTo>
                  <a:pt x="105255" y="87712"/>
                </a:lnTo>
                <a:lnTo>
                  <a:pt x="100869" y="87712"/>
                </a:lnTo>
                <a:cubicBezTo>
                  <a:pt x="93605" y="87712"/>
                  <a:pt x="87712" y="93605"/>
                  <a:pt x="87712" y="100869"/>
                </a:cubicBezTo>
                <a:lnTo>
                  <a:pt x="87712" y="118412"/>
                </a:lnTo>
                <a:cubicBezTo>
                  <a:pt x="87712" y="125675"/>
                  <a:pt x="93605" y="131568"/>
                  <a:pt x="100869" y="131568"/>
                </a:cubicBezTo>
                <a:lnTo>
                  <a:pt x="127183" y="131568"/>
                </a:lnTo>
                <a:cubicBezTo>
                  <a:pt x="134446" y="131568"/>
                  <a:pt x="140340" y="125675"/>
                  <a:pt x="140340" y="118412"/>
                </a:cubicBezTo>
                <a:lnTo>
                  <a:pt x="140340" y="100869"/>
                </a:lnTo>
                <a:cubicBezTo>
                  <a:pt x="140340" y="93605"/>
                  <a:pt x="134446" y="87712"/>
                  <a:pt x="127183" y="87712"/>
                </a:cubicBezTo>
                <a:lnTo>
                  <a:pt x="122797" y="87712"/>
                </a:lnTo>
                <a:lnTo>
                  <a:pt x="122797" y="78941"/>
                </a:lnTo>
                <a:lnTo>
                  <a:pt x="149111" y="78941"/>
                </a:lnTo>
                <a:cubicBezTo>
                  <a:pt x="153962" y="78941"/>
                  <a:pt x="157882" y="75021"/>
                  <a:pt x="157882" y="70170"/>
                </a:cubicBezTo>
                <a:cubicBezTo>
                  <a:pt x="157882" y="65318"/>
                  <a:pt x="153962" y="61399"/>
                  <a:pt x="149111" y="61399"/>
                </a:cubicBezTo>
                <a:lnTo>
                  <a:pt x="87712" y="61399"/>
                </a:lnTo>
                <a:lnTo>
                  <a:pt x="87712" y="52627"/>
                </a:lnTo>
                <a:lnTo>
                  <a:pt x="92098" y="52627"/>
                </a:lnTo>
                <a:cubicBezTo>
                  <a:pt x="99362" y="52627"/>
                  <a:pt x="105255" y="46734"/>
                  <a:pt x="105255" y="39471"/>
                </a:cubicBezTo>
                <a:lnTo>
                  <a:pt x="105255" y="21928"/>
                </a:lnTo>
                <a:cubicBezTo>
                  <a:pt x="105255" y="14664"/>
                  <a:pt x="99362" y="8771"/>
                  <a:pt x="92098" y="8771"/>
                </a:cubicBezTo>
                <a:lnTo>
                  <a:pt x="65784" y="8771"/>
                </a:lnTo>
                <a:close/>
                <a:moveTo>
                  <a:pt x="122797" y="103062"/>
                </a:moveTo>
                <a:lnTo>
                  <a:pt x="124990" y="103062"/>
                </a:lnTo>
                <a:lnTo>
                  <a:pt x="124990" y="116219"/>
                </a:lnTo>
                <a:lnTo>
                  <a:pt x="103062" y="116219"/>
                </a:lnTo>
                <a:lnTo>
                  <a:pt x="103062" y="103062"/>
                </a:lnTo>
                <a:lnTo>
                  <a:pt x="122797" y="103062"/>
                </a:lnTo>
                <a:close/>
                <a:moveTo>
                  <a:pt x="52627" y="103062"/>
                </a:moveTo>
                <a:lnTo>
                  <a:pt x="54820" y="103062"/>
                </a:lnTo>
                <a:lnTo>
                  <a:pt x="54820" y="116219"/>
                </a:lnTo>
                <a:lnTo>
                  <a:pt x="32892" y="116219"/>
                </a:lnTo>
                <a:lnTo>
                  <a:pt x="32892" y="103062"/>
                </a:lnTo>
                <a:lnTo>
                  <a:pt x="52627" y="10306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19"/>
          <p:cNvSpPr/>
          <p:nvPr/>
        </p:nvSpPr>
        <p:spPr>
          <a:xfrm>
            <a:off x="1122840" y="3894480"/>
            <a:ext cx="2787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Вътрешна Мрежа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20"/>
          <p:cNvSpPr/>
          <p:nvPr/>
        </p:nvSpPr>
        <p:spPr>
          <a:xfrm>
            <a:off x="1122840" y="4105080"/>
            <a:ext cx="32194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Контейнерите комуникират през Docker network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1"/>
          <p:cNvSpPr/>
          <p:nvPr/>
        </p:nvSpPr>
        <p:spPr>
          <a:xfrm>
            <a:off x="561240" y="4491000"/>
            <a:ext cx="4086000" cy="595080"/>
          </a:xfrm>
          <a:custGeom>
            <a:avLst/>
            <a:gdLst>
              <a:gd name="textAreaLeft" fmla="*/ 0 w 4086000"/>
              <a:gd name="textAreaRight" fmla="*/ 4087440 w 4086000"/>
              <a:gd name="textAreaTop" fmla="*/ 0 h 595080"/>
              <a:gd name="textAreaBottom" fmla="*/ 596520 h 595080"/>
            </a:gdLst>
            <a:ahLst/>
            <a:rect l="textAreaLeft" t="textAreaTop" r="textAreaRight" b="textAreaBottom"/>
            <a:pathLst>
              <a:path w="4087390" h="596443">
                <a:moveTo>
                  <a:pt x="105254" y="0"/>
                </a:moveTo>
                <a:lnTo>
                  <a:pt x="3982136" y="0"/>
                </a:lnTo>
                <a:cubicBezTo>
                  <a:pt x="4040266" y="0"/>
                  <a:pt x="4087390" y="47124"/>
                  <a:pt x="4087390" y="105254"/>
                </a:cubicBezTo>
                <a:lnTo>
                  <a:pt x="4087390" y="491189"/>
                </a:lnTo>
                <a:cubicBezTo>
                  <a:pt x="4087390" y="549319"/>
                  <a:pt x="4040266" y="596443"/>
                  <a:pt x="3982136" y="596443"/>
                </a:cubicBezTo>
                <a:lnTo>
                  <a:pt x="105254" y="596443"/>
                </a:lnTo>
                <a:cubicBezTo>
                  <a:pt x="47163" y="596443"/>
                  <a:pt x="0" y="549280"/>
                  <a:pt x="0" y="491189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2"/>
          <p:cNvSpPr/>
          <p:nvPr/>
        </p:nvSpPr>
        <p:spPr>
          <a:xfrm>
            <a:off x="666720" y="4613760"/>
            <a:ext cx="349560" cy="349560"/>
          </a:xfrm>
          <a:custGeom>
            <a:avLst/>
            <a:gdLst>
              <a:gd name="textAreaLeft" fmla="*/ 0 w 349560"/>
              <a:gd name="textAreaRight" fmla="*/ 351000 w 349560"/>
              <a:gd name="textAreaTop" fmla="*/ 0 h 349560"/>
              <a:gd name="textAreaBottom" fmla="*/ 351000 h 349560"/>
            </a:gdLst>
            <a:ahLst/>
            <a:rect l="textAreaLeft" t="textAreaTop" r="textAreaRight" b="textAreaBottom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23"/>
          <p:cNvSpPr/>
          <p:nvPr/>
        </p:nvSpPr>
        <p:spPr>
          <a:xfrm>
            <a:off x="780480" y="4718880"/>
            <a:ext cx="121320" cy="138960"/>
          </a:xfrm>
          <a:custGeom>
            <a:avLst/>
            <a:gdLst>
              <a:gd name="textAreaLeft" fmla="*/ 0 w 121320"/>
              <a:gd name="textAreaRight" fmla="*/ 122760 w 121320"/>
              <a:gd name="textAreaTop" fmla="*/ 0 h 138960"/>
              <a:gd name="textAreaBottom" fmla="*/ 140400 h 138960"/>
            </a:gdLst>
            <a:ahLst/>
            <a:rect l="textAreaLeft" t="textAreaTop" r="textAreaRight" b="textAreaBottom"/>
            <a:pathLst>
              <a:path w="122797" h="140340">
                <a:moveTo>
                  <a:pt x="122797" y="56410"/>
                </a:moveTo>
                <a:cubicBezTo>
                  <a:pt x="118740" y="59096"/>
                  <a:pt x="114081" y="61262"/>
                  <a:pt x="109229" y="62988"/>
                </a:cubicBezTo>
                <a:cubicBezTo>
                  <a:pt x="96346" y="67593"/>
                  <a:pt x="79434" y="70170"/>
                  <a:pt x="61399" y="70170"/>
                </a:cubicBezTo>
                <a:cubicBezTo>
                  <a:pt x="43363" y="70170"/>
                  <a:pt x="26423" y="67566"/>
                  <a:pt x="13568" y="62988"/>
                </a:cubicBezTo>
                <a:cubicBezTo>
                  <a:pt x="8744" y="61262"/>
                  <a:pt x="4057" y="59096"/>
                  <a:pt x="0" y="56410"/>
                </a:cubicBezTo>
                <a:lnTo>
                  <a:pt x="0" y="78941"/>
                </a:lnTo>
                <a:cubicBezTo>
                  <a:pt x="0" y="91056"/>
                  <a:pt x="27492" y="100869"/>
                  <a:pt x="61399" y="100869"/>
                </a:cubicBezTo>
                <a:cubicBezTo>
                  <a:pt x="95305" y="100869"/>
                  <a:pt x="122797" y="91056"/>
                  <a:pt x="122797" y="78941"/>
                </a:cubicBezTo>
                <a:lnTo>
                  <a:pt x="122797" y="56410"/>
                </a:lnTo>
                <a:close/>
                <a:moveTo>
                  <a:pt x="122797" y="35085"/>
                </a:moveTo>
                <a:lnTo>
                  <a:pt x="122797" y="21928"/>
                </a:lnTo>
                <a:cubicBezTo>
                  <a:pt x="122797" y="9813"/>
                  <a:pt x="95305" y="0"/>
                  <a:pt x="61399" y="0"/>
                </a:cubicBezTo>
                <a:cubicBezTo>
                  <a:pt x="27492" y="0"/>
                  <a:pt x="0" y="9813"/>
                  <a:pt x="0" y="21928"/>
                </a:cubicBezTo>
                <a:lnTo>
                  <a:pt x="0" y="35085"/>
                </a:lnTo>
                <a:cubicBezTo>
                  <a:pt x="0" y="47200"/>
                  <a:pt x="27492" y="57013"/>
                  <a:pt x="61399" y="57013"/>
                </a:cubicBezTo>
                <a:cubicBezTo>
                  <a:pt x="95305" y="57013"/>
                  <a:pt x="122797" y="47200"/>
                  <a:pt x="122797" y="35085"/>
                </a:cubicBezTo>
                <a:close/>
                <a:moveTo>
                  <a:pt x="109229" y="106844"/>
                </a:moveTo>
                <a:cubicBezTo>
                  <a:pt x="96374" y="111422"/>
                  <a:pt x="79462" y="114026"/>
                  <a:pt x="61399" y="114026"/>
                </a:cubicBezTo>
                <a:cubicBezTo>
                  <a:pt x="43335" y="114026"/>
                  <a:pt x="26423" y="111422"/>
                  <a:pt x="13568" y="106844"/>
                </a:cubicBezTo>
                <a:cubicBezTo>
                  <a:pt x="8744" y="105118"/>
                  <a:pt x="4057" y="102952"/>
                  <a:pt x="0" y="100266"/>
                </a:cubicBezTo>
                <a:lnTo>
                  <a:pt x="0" y="118412"/>
                </a:lnTo>
                <a:cubicBezTo>
                  <a:pt x="0" y="130527"/>
                  <a:pt x="27492" y="140340"/>
                  <a:pt x="61399" y="140340"/>
                </a:cubicBezTo>
                <a:cubicBezTo>
                  <a:pt x="95305" y="140340"/>
                  <a:pt x="122797" y="130527"/>
                  <a:pt x="122797" y="118412"/>
                </a:cubicBezTo>
                <a:lnTo>
                  <a:pt x="122797" y="100266"/>
                </a:lnTo>
                <a:cubicBezTo>
                  <a:pt x="118740" y="102952"/>
                  <a:pt x="114081" y="105118"/>
                  <a:pt x="109229" y="1068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24"/>
          <p:cNvSpPr/>
          <p:nvPr/>
        </p:nvSpPr>
        <p:spPr>
          <a:xfrm>
            <a:off x="1122840" y="4596120"/>
            <a:ext cx="1954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Persistent Storage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 25"/>
          <p:cNvSpPr/>
          <p:nvPr/>
        </p:nvSpPr>
        <p:spPr>
          <a:xfrm>
            <a:off x="1122840" y="4806720"/>
            <a:ext cx="25336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Данните се запазват при рестарт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6"/>
          <p:cNvSpPr/>
          <p:nvPr/>
        </p:nvSpPr>
        <p:spPr>
          <a:xfrm>
            <a:off x="351000" y="5661360"/>
            <a:ext cx="4506840" cy="840600"/>
          </a:xfrm>
          <a:custGeom>
            <a:avLst/>
            <a:gdLst>
              <a:gd name="textAreaLeft" fmla="*/ 0 w 4506840"/>
              <a:gd name="textAreaRight" fmla="*/ 4508280 w 4506840"/>
              <a:gd name="textAreaTop" fmla="*/ 0 h 840600"/>
              <a:gd name="textAreaBottom" fmla="*/ 842040 h 840600"/>
            </a:gdLst>
            <a:ahLst/>
            <a:rect l="textAreaLeft" t="textAreaTop" r="textAreaRight" b="textAreaBottom"/>
            <a:pathLst>
              <a:path w="4508409" h="842037">
                <a:moveTo>
                  <a:pt x="140342" y="0"/>
                </a:moveTo>
                <a:lnTo>
                  <a:pt x="4368066" y="0"/>
                </a:lnTo>
                <a:cubicBezTo>
                  <a:pt x="4445575" y="0"/>
                  <a:pt x="4508409" y="62833"/>
                  <a:pt x="4508409" y="140342"/>
                </a:cubicBezTo>
                <a:lnTo>
                  <a:pt x="4508409" y="701695"/>
                </a:lnTo>
                <a:cubicBezTo>
                  <a:pt x="4508409" y="779204"/>
                  <a:pt x="4445575" y="842037"/>
                  <a:pt x="4368066" y="842037"/>
                </a:cubicBezTo>
                <a:lnTo>
                  <a:pt x="140342" y="842037"/>
                </a:lnTo>
                <a:cubicBezTo>
                  <a:pt x="62885" y="842037"/>
                  <a:pt x="0" y="779152"/>
                  <a:pt x="0" y="701695"/>
                </a:cubicBezTo>
                <a:lnTo>
                  <a:pt x="0" y="140342"/>
                </a:lnTo>
                <a:cubicBezTo>
                  <a:pt x="0" y="62885"/>
                  <a:pt x="62885" y="0"/>
                  <a:pt x="140342" y="0"/>
                </a:cubicBezTo>
                <a:close/>
              </a:path>
            </a:pathLst>
          </a:custGeom>
          <a:gradFill rotWithShape="0">
            <a:gsLst>
              <a:gs pos="0">
                <a:srgbClr val="2496ed"/>
              </a:gs>
              <a:gs pos="100000">
                <a:srgbClr val="10b98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7"/>
          <p:cNvSpPr/>
          <p:nvPr/>
        </p:nvSpPr>
        <p:spPr>
          <a:xfrm>
            <a:off x="565920" y="5924520"/>
            <a:ext cx="314280" cy="314280"/>
          </a:xfrm>
          <a:custGeom>
            <a:avLst/>
            <a:gdLst>
              <a:gd name="textAreaLeft" fmla="*/ 0 w 314280"/>
              <a:gd name="textAreaRight" fmla="*/ 315720 w 314280"/>
              <a:gd name="textAreaTop" fmla="*/ 0 h 314280"/>
              <a:gd name="textAreaBottom" fmla="*/ 315720 h 314280"/>
            </a:gdLst>
            <a:ahLst/>
            <a:rect l="textAreaLeft" t="textAreaTop" r="textAreaRight" b="textAreaBottom"/>
            <a:pathLst>
              <a:path w="315764" h="315764">
                <a:moveTo>
                  <a:pt x="78941" y="197353"/>
                </a:moveTo>
                <a:lnTo>
                  <a:pt x="15110" y="197353"/>
                </a:lnTo>
                <a:cubicBezTo>
                  <a:pt x="-247" y="197353"/>
                  <a:pt x="-9683" y="180639"/>
                  <a:pt x="-1789" y="167441"/>
                </a:cubicBezTo>
                <a:lnTo>
                  <a:pt x="30836" y="113046"/>
                </a:lnTo>
                <a:cubicBezTo>
                  <a:pt x="36202" y="104103"/>
                  <a:pt x="45823" y="98676"/>
                  <a:pt x="56245" y="98676"/>
                </a:cubicBezTo>
                <a:lnTo>
                  <a:pt x="114834" y="98676"/>
                </a:lnTo>
                <a:cubicBezTo>
                  <a:pt x="161767" y="19180"/>
                  <a:pt x="231766" y="15171"/>
                  <a:pt x="278575" y="22017"/>
                </a:cubicBezTo>
                <a:cubicBezTo>
                  <a:pt x="286470" y="23189"/>
                  <a:pt x="292637" y="29356"/>
                  <a:pt x="293747" y="37189"/>
                </a:cubicBezTo>
                <a:cubicBezTo>
                  <a:pt x="300593" y="83998"/>
                  <a:pt x="296584" y="153997"/>
                  <a:pt x="217088" y="200930"/>
                </a:cubicBezTo>
                <a:lnTo>
                  <a:pt x="217088" y="259519"/>
                </a:lnTo>
                <a:cubicBezTo>
                  <a:pt x="217088" y="269941"/>
                  <a:pt x="211661" y="279562"/>
                  <a:pt x="202718" y="284928"/>
                </a:cubicBezTo>
                <a:lnTo>
                  <a:pt x="148323" y="317553"/>
                </a:lnTo>
                <a:cubicBezTo>
                  <a:pt x="135186" y="325447"/>
                  <a:pt x="118412" y="315949"/>
                  <a:pt x="118412" y="300654"/>
                </a:cubicBezTo>
                <a:lnTo>
                  <a:pt x="118412" y="236823"/>
                </a:lnTo>
                <a:cubicBezTo>
                  <a:pt x="118412" y="215053"/>
                  <a:pt x="100711" y="197353"/>
                  <a:pt x="78941" y="197353"/>
                </a:cubicBezTo>
                <a:lnTo>
                  <a:pt x="78879" y="197353"/>
                </a:lnTo>
                <a:close/>
                <a:moveTo>
                  <a:pt x="246691" y="98676"/>
                </a:moveTo>
                <a:cubicBezTo>
                  <a:pt x="246691" y="82338"/>
                  <a:pt x="233426" y="69073"/>
                  <a:pt x="217088" y="69073"/>
                </a:cubicBezTo>
                <a:cubicBezTo>
                  <a:pt x="200749" y="69073"/>
                  <a:pt x="187485" y="82338"/>
                  <a:pt x="187485" y="98676"/>
                </a:cubicBezTo>
                <a:cubicBezTo>
                  <a:pt x="187485" y="115015"/>
                  <a:pt x="200749" y="128279"/>
                  <a:pt x="217088" y="128279"/>
                </a:cubicBezTo>
                <a:cubicBezTo>
                  <a:pt x="233426" y="128279"/>
                  <a:pt x="246691" y="115015"/>
                  <a:pt x="246691" y="986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 28"/>
          <p:cNvSpPr/>
          <p:nvPr/>
        </p:nvSpPr>
        <p:spPr>
          <a:xfrm>
            <a:off x="1061280" y="5729040"/>
            <a:ext cx="35596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80" spc="-1" strike="noStrike">
                <a:solidFill>
                  <a:srgbClr val="ffffff"/>
                </a:solidFill>
                <a:latin typeface="Liter"/>
                <a:ea typeface="Liter"/>
              </a:rPr>
              <a:t>Време за Деплоймънт</a:t>
            </a:r>
            <a:endParaRPr b="0" lang="en-US" sz="1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29"/>
          <p:cNvSpPr/>
          <p:nvPr/>
        </p:nvSpPr>
        <p:spPr>
          <a:xfrm>
            <a:off x="1061280" y="6117480"/>
            <a:ext cx="354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110" spc="-1" strike="noStrike">
                <a:solidFill>
                  <a:srgbClr val="ffffff">
                    <a:alpha val="95000"/>
                  </a:srgbClr>
                </a:solidFill>
                <a:latin typeface="Quattrocento Sans"/>
                <a:ea typeface="Quattrocento Sans"/>
              </a:rPr>
              <a:t>От нула до работеща система за по-малко от минута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0"/>
          <p:cNvSpPr/>
          <p:nvPr/>
        </p:nvSpPr>
        <p:spPr>
          <a:xfrm>
            <a:off x="5073840" y="1262880"/>
            <a:ext cx="6769800" cy="3893040"/>
          </a:xfrm>
          <a:custGeom>
            <a:avLst/>
            <a:gdLst>
              <a:gd name="textAreaLeft" fmla="*/ 0 w 6769800"/>
              <a:gd name="textAreaRight" fmla="*/ 6771240 w 6769800"/>
              <a:gd name="textAreaTop" fmla="*/ 0 h 3893040"/>
              <a:gd name="textAreaBottom" fmla="*/ 3894480 h 3893040"/>
            </a:gdLst>
            <a:ahLst/>
            <a:rect l="textAreaLeft" t="textAreaTop" r="textAreaRight" b="textAreaBottom"/>
            <a:pathLst>
              <a:path w="6771384" h="3894423">
                <a:moveTo>
                  <a:pt x="140355" y="0"/>
                </a:moveTo>
                <a:lnTo>
                  <a:pt x="6631029" y="0"/>
                </a:lnTo>
                <a:cubicBezTo>
                  <a:pt x="6708545" y="0"/>
                  <a:pt x="6771384" y="62839"/>
                  <a:pt x="6771384" y="140355"/>
                </a:cubicBezTo>
                <a:lnTo>
                  <a:pt x="6771384" y="3754068"/>
                </a:lnTo>
                <a:cubicBezTo>
                  <a:pt x="6771384" y="3831584"/>
                  <a:pt x="6708545" y="3894423"/>
                  <a:pt x="6631029" y="3894423"/>
                </a:cubicBezTo>
                <a:lnTo>
                  <a:pt x="140355" y="3894423"/>
                </a:lnTo>
                <a:cubicBezTo>
                  <a:pt x="62839" y="3894423"/>
                  <a:pt x="0" y="3831584"/>
                  <a:pt x="0" y="3754068"/>
                </a:cubicBezTo>
                <a:lnTo>
                  <a:pt x="0" y="140355"/>
                </a:lnTo>
                <a:cubicBezTo>
                  <a:pt x="0" y="62891"/>
                  <a:pt x="62891" y="0"/>
                  <a:pt x="14035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19240" dir="5400000" dist="17532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31"/>
          <p:cNvSpPr/>
          <p:nvPr/>
        </p:nvSpPr>
        <p:spPr>
          <a:xfrm>
            <a:off x="5284440" y="1508760"/>
            <a:ext cx="261720" cy="209160"/>
          </a:xfrm>
          <a:custGeom>
            <a:avLst/>
            <a:gdLst>
              <a:gd name="textAreaLeft" fmla="*/ 0 w 261720"/>
              <a:gd name="textAreaRight" fmla="*/ 263160 w 261720"/>
              <a:gd name="textAreaTop" fmla="*/ 0 h 209160"/>
              <a:gd name="textAreaBottom" fmla="*/ 210600 h 209160"/>
            </a:gdLst>
            <a:ahLst/>
            <a:rect l="textAreaLeft" t="textAreaTop" r="textAreaRight" b="textAreaBottom"/>
            <a:pathLst>
              <a:path w="263137" h="210509">
                <a:moveTo>
                  <a:pt x="170998" y="86547"/>
                </a:moveTo>
                <a:cubicBezTo>
                  <a:pt x="176014" y="85191"/>
                  <a:pt x="181277" y="87575"/>
                  <a:pt x="183538" y="92221"/>
                </a:cubicBezTo>
                <a:lnTo>
                  <a:pt x="191185" y="107680"/>
                </a:lnTo>
                <a:cubicBezTo>
                  <a:pt x="195420" y="108256"/>
                  <a:pt x="199573" y="109407"/>
                  <a:pt x="203479" y="111011"/>
                </a:cubicBezTo>
                <a:lnTo>
                  <a:pt x="217869" y="101431"/>
                </a:lnTo>
                <a:cubicBezTo>
                  <a:pt x="222186" y="98553"/>
                  <a:pt x="227901" y="99129"/>
                  <a:pt x="231560" y="102788"/>
                </a:cubicBezTo>
                <a:lnTo>
                  <a:pt x="239454" y="110682"/>
                </a:lnTo>
                <a:cubicBezTo>
                  <a:pt x="243114" y="114341"/>
                  <a:pt x="243689" y="120097"/>
                  <a:pt x="240811" y="124373"/>
                </a:cubicBezTo>
                <a:lnTo>
                  <a:pt x="231231" y="138722"/>
                </a:lnTo>
                <a:cubicBezTo>
                  <a:pt x="232013" y="140655"/>
                  <a:pt x="232712" y="142669"/>
                  <a:pt x="233287" y="144766"/>
                </a:cubicBezTo>
                <a:cubicBezTo>
                  <a:pt x="233863" y="146863"/>
                  <a:pt x="234233" y="148919"/>
                  <a:pt x="234521" y="151016"/>
                </a:cubicBezTo>
                <a:lnTo>
                  <a:pt x="250021" y="158663"/>
                </a:lnTo>
                <a:cubicBezTo>
                  <a:pt x="254667" y="160966"/>
                  <a:pt x="257052" y="166228"/>
                  <a:pt x="255695" y="171203"/>
                </a:cubicBezTo>
                <a:lnTo>
                  <a:pt x="252817" y="181975"/>
                </a:lnTo>
                <a:cubicBezTo>
                  <a:pt x="251460" y="186950"/>
                  <a:pt x="246814" y="190322"/>
                  <a:pt x="241633" y="189993"/>
                </a:cubicBezTo>
                <a:lnTo>
                  <a:pt x="224365" y="188883"/>
                </a:lnTo>
                <a:cubicBezTo>
                  <a:pt x="221775" y="192213"/>
                  <a:pt x="218773" y="195297"/>
                  <a:pt x="215361" y="197928"/>
                </a:cubicBezTo>
                <a:lnTo>
                  <a:pt x="216471" y="215155"/>
                </a:lnTo>
                <a:cubicBezTo>
                  <a:pt x="216800" y="220336"/>
                  <a:pt x="213429" y="225023"/>
                  <a:pt x="208454" y="226339"/>
                </a:cubicBezTo>
                <a:lnTo>
                  <a:pt x="197681" y="229217"/>
                </a:lnTo>
                <a:cubicBezTo>
                  <a:pt x="192665" y="230574"/>
                  <a:pt x="187444" y="228189"/>
                  <a:pt x="185141" y="223543"/>
                </a:cubicBezTo>
                <a:lnTo>
                  <a:pt x="177494" y="208084"/>
                </a:lnTo>
                <a:cubicBezTo>
                  <a:pt x="173259" y="207508"/>
                  <a:pt x="169106" y="206357"/>
                  <a:pt x="165201" y="204753"/>
                </a:cubicBezTo>
                <a:lnTo>
                  <a:pt x="150810" y="214333"/>
                </a:lnTo>
                <a:cubicBezTo>
                  <a:pt x="146493" y="217211"/>
                  <a:pt x="140778" y="216636"/>
                  <a:pt x="137119" y="212976"/>
                </a:cubicBezTo>
                <a:lnTo>
                  <a:pt x="129225" y="205082"/>
                </a:lnTo>
                <a:cubicBezTo>
                  <a:pt x="125566" y="201423"/>
                  <a:pt x="124990" y="195708"/>
                  <a:pt x="127868" y="191391"/>
                </a:cubicBezTo>
                <a:lnTo>
                  <a:pt x="137448" y="177001"/>
                </a:lnTo>
                <a:cubicBezTo>
                  <a:pt x="136667" y="175068"/>
                  <a:pt x="135968" y="173053"/>
                  <a:pt x="135392" y="170957"/>
                </a:cubicBezTo>
                <a:cubicBezTo>
                  <a:pt x="134816" y="168860"/>
                  <a:pt x="134446" y="166763"/>
                  <a:pt x="134159" y="164707"/>
                </a:cubicBezTo>
                <a:lnTo>
                  <a:pt x="118658" y="157060"/>
                </a:lnTo>
                <a:cubicBezTo>
                  <a:pt x="114012" y="154757"/>
                  <a:pt x="111669" y="149495"/>
                  <a:pt x="112984" y="144520"/>
                </a:cubicBezTo>
                <a:lnTo>
                  <a:pt x="115862" y="133747"/>
                </a:lnTo>
                <a:cubicBezTo>
                  <a:pt x="117219" y="128773"/>
                  <a:pt x="121865" y="125401"/>
                  <a:pt x="127046" y="125730"/>
                </a:cubicBezTo>
                <a:lnTo>
                  <a:pt x="144273" y="126840"/>
                </a:lnTo>
                <a:cubicBezTo>
                  <a:pt x="146863" y="123510"/>
                  <a:pt x="149865" y="120426"/>
                  <a:pt x="153277" y="117795"/>
                </a:cubicBezTo>
                <a:lnTo>
                  <a:pt x="152167" y="100609"/>
                </a:lnTo>
                <a:cubicBezTo>
                  <a:pt x="151838" y="95428"/>
                  <a:pt x="155210" y="90741"/>
                  <a:pt x="160184" y="89425"/>
                </a:cubicBezTo>
                <a:lnTo>
                  <a:pt x="170957" y="86547"/>
                </a:lnTo>
                <a:close/>
                <a:moveTo>
                  <a:pt x="184360" y="139791"/>
                </a:moveTo>
                <a:cubicBezTo>
                  <a:pt x="174376" y="139803"/>
                  <a:pt x="166279" y="147918"/>
                  <a:pt x="166290" y="157903"/>
                </a:cubicBezTo>
                <a:cubicBezTo>
                  <a:pt x="166301" y="167887"/>
                  <a:pt x="174417" y="175984"/>
                  <a:pt x="184401" y="175973"/>
                </a:cubicBezTo>
                <a:cubicBezTo>
                  <a:pt x="194386" y="175961"/>
                  <a:pt x="202483" y="167846"/>
                  <a:pt x="202471" y="157861"/>
                </a:cubicBezTo>
                <a:cubicBezTo>
                  <a:pt x="202460" y="147877"/>
                  <a:pt x="194345" y="139780"/>
                  <a:pt x="184360" y="139791"/>
                </a:cubicBezTo>
                <a:close/>
                <a:moveTo>
                  <a:pt x="92468" y="-18707"/>
                </a:moveTo>
                <a:lnTo>
                  <a:pt x="103240" y="-15829"/>
                </a:lnTo>
                <a:cubicBezTo>
                  <a:pt x="108215" y="-14473"/>
                  <a:pt x="111586" y="-9785"/>
                  <a:pt x="111257" y="-4646"/>
                </a:cubicBezTo>
                <a:lnTo>
                  <a:pt x="110147" y="12540"/>
                </a:lnTo>
                <a:cubicBezTo>
                  <a:pt x="113560" y="15171"/>
                  <a:pt x="116561" y="18214"/>
                  <a:pt x="119152" y="21585"/>
                </a:cubicBezTo>
                <a:lnTo>
                  <a:pt x="136420" y="20475"/>
                </a:lnTo>
                <a:cubicBezTo>
                  <a:pt x="141559" y="20146"/>
                  <a:pt x="146246" y="23518"/>
                  <a:pt x="147603" y="28493"/>
                </a:cubicBezTo>
                <a:lnTo>
                  <a:pt x="150481" y="39265"/>
                </a:lnTo>
                <a:cubicBezTo>
                  <a:pt x="151797" y="44240"/>
                  <a:pt x="149453" y="49503"/>
                  <a:pt x="144807" y="51805"/>
                </a:cubicBezTo>
                <a:lnTo>
                  <a:pt x="129307" y="59452"/>
                </a:lnTo>
                <a:cubicBezTo>
                  <a:pt x="129019" y="61549"/>
                  <a:pt x="128608" y="63646"/>
                  <a:pt x="128074" y="65702"/>
                </a:cubicBezTo>
                <a:cubicBezTo>
                  <a:pt x="127539" y="67758"/>
                  <a:pt x="126799" y="69813"/>
                  <a:pt x="126018" y="71746"/>
                </a:cubicBezTo>
                <a:lnTo>
                  <a:pt x="135598" y="86136"/>
                </a:lnTo>
                <a:cubicBezTo>
                  <a:pt x="138476" y="90453"/>
                  <a:pt x="137900" y="96168"/>
                  <a:pt x="134241" y="99827"/>
                </a:cubicBezTo>
                <a:lnTo>
                  <a:pt x="126347" y="107722"/>
                </a:lnTo>
                <a:cubicBezTo>
                  <a:pt x="122687" y="111381"/>
                  <a:pt x="116972" y="111956"/>
                  <a:pt x="112655" y="109078"/>
                </a:cubicBezTo>
                <a:lnTo>
                  <a:pt x="98265" y="99499"/>
                </a:lnTo>
                <a:cubicBezTo>
                  <a:pt x="94359" y="101102"/>
                  <a:pt x="90207" y="102253"/>
                  <a:pt x="85972" y="102829"/>
                </a:cubicBezTo>
                <a:lnTo>
                  <a:pt x="78324" y="118288"/>
                </a:lnTo>
                <a:cubicBezTo>
                  <a:pt x="76022" y="122934"/>
                  <a:pt x="70759" y="125278"/>
                  <a:pt x="65784" y="123962"/>
                </a:cubicBezTo>
                <a:lnTo>
                  <a:pt x="55012" y="121084"/>
                </a:lnTo>
                <a:cubicBezTo>
                  <a:pt x="49996" y="119727"/>
                  <a:pt x="46666" y="115040"/>
                  <a:pt x="46995" y="109901"/>
                </a:cubicBezTo>
                <a:lnTo>
                  <a:pt x="48105" y="92673"/>
                </a:lnTo>
                <a:cubicBezTo>
                  <a:pt x="44692" y="90042"/>
                  <a:pt x="41691" y="87000"/>
                  <a:pt x="39100" y="83628"/>
                </a:cubicBezTo>
                <a:lnTo>
                  <a:pt x="21832" y="84738"/>
                </a:lnTo>
                <a:cubicBezTo>
                  <a:pt x="16693" y="85067"/>
                  <a:pt x="12006" y="81696"/>
                  <a:pt x="10649" y="76721"/>
                </a:cubicBezTo>
                <a:lnTo>
                  <a:pt x="7771" y="65949"/>
                </a:lnTo>
                <a:cubicBezTo>
                  <a:pt x="6455" y="60974"/>
                  <a:pt x="8799" y="55711"/>
                  <a:pt x="13445" y="53409"/>
                </a:cubicBezTo>
                <a:lnTo>
                  <a:pt x="28945" y="45761"/>
                </a:lnTo>
                <a:cubicBezTo>
                  <a:pt x="29233" y="43664"/>
                  <a:pt x="29644" y="41608"/>
                  <a:pt x="30178" y="39512"/>
                </a:cubicBezTo>
                <a:cubicBezTo>
                  <a:pt x="30754" y="37415"/>
                  <a:pt x="31412" y="35400"/>
                  <a:pt x="32234" y="33468"/>
                </a:cubicBezTo>
                <a:lnTo>
                  <a:pt x="22654" y="19119"/>
                </a:lnTo>
                <a:cubicBezTo>
                  <a:pt x="19776" y="14801"/>
                  <a:pt x="20352" y="9086"/>
                  <a:pt x="24011" y="5427"/>
                </a:cubicBezTo>
                <a:lnTo>
                  <a:pt x="31905" y="-2467"/>
                </a:lnTo>
                <a:cubicBezTo>
                  <a:pt x="35565" y="-6126"/>
                  <a:pt x="41280" y="-6702"/>
                  <a:pt x="45597" y="-3824"/>
                </a:cubicBezTo>
                <a:lnTo>
                  <a:pt x="59987" y="5756"/>
                </a:lnTo>
                <a:cubicBezTo>
                  <a:pt x="63893" y="4153"/>
                  <a:pt x="68046" y="3001"/>
                  <a:pt x="72280" y="2426"/>
                </a:cubicBezTo>
                <a:lnTo>
                  <a:pt x="79928" y="-13033"/>
                </a:lnTo>
                <a:cubicBezTo>
                  <a:pt x="82230" y="-17679"/>
                  <a:pt x="87452" y="-20023"/>
                  <a:pt x="92468" y="-18707"/>
                </a:cubicBezTo>
                <a:close/>
                <a:moveTo>
                  <a:pt x="79105" y="34537"/>
                </a:moveTo>
                <a:cubicBezTo>
                  <a:pt x="69121" y="34537"/>
                  <a:pt x="61015" y="42643"/>
                  <a:pt x="61015" y="52627"/>
                </a:cubicBezTo>
                <a:cubicBezTo>
                  <a:pt x="61015" y="62612"/>
                  <a:pt x="69121" y="70718"/>
                  <a:pt x="79105" y="70718"/>
                </a:cubicBezTo>
                <a:cubicBezTo>
                  <a:pt x="89090" y="70718"/>
                  <a:pt x="97196" y="62612"/>
                  <a:pt x="97196" y="52627"/>
                </a:cubicBezTo>
                <a:cubicBezTo>
                  <a:pt x="97196" y="42643"/>
                  <a:pt x="89090" y="34537"/>
                  <a:pt x="79105" y="34537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32"/>
          <p:cNvSpPr/>
          <p:nvPr/>
        </p:nvSpPr>
        <p:spPr>
          <a:xfrm>
            <a:off x="5547600" y="1473480"/>
            <a:ext cx="619092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1e293b"/>
                </a:solidFill>
                <a:latin typeface="Liter"/>
                <a:ea typeface="Liter"/>
              </a:rPr>
              <a:t>Конфигурация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33"/>
          <p:cNvSpPr/>
          <p:nvPr/>
        </p:nvSpPr>
        <p:spPr>
          <a:xfrm>
            <a:off x="5284440" y="1929600"/>
            <a:ext cx="3103560" cy="1437120"/>
          </a:xfrm>
          <a:custGeom>
            <a:avLst/>
            <a:gdLst>
              <a:gd name="textAreaLeft" fmla="*/ 0 w 3103560"/>
              <a:gd name="textAreaRight" fmla="*/ 3105000 w 3103560"/>
              <a:gd name="textAreaTop" fmla="*/ 0 h 1437120"/>
              <a:gd name="textAreaBottom" fmla="*/ 1438560 h 1437120"/>
            </a:gdLst>
            <a:ahLst/>
            <a:rect l="textAreaLeft" t="textAreaTop" r="textAreaRight" b="textAreaBottom"/>
            <a:pathLst>
              <a:path w="3105013" h="1438481">
                <a:moveTo>
                  <a:pt x="105254" y="0"/>
                </a:moveTo>
                <a:lnTo>
                  <a:pt x="2999759" y="0"/>
                </a:lnTo>
                <a:cubicBezTo>
                  <a:pt x="3057889" y="0"/>
                  <a:pt x="3105013" y="47124"/>
                  <a:pt x="3105013" y="105254"/>
                </a:cubicBezTo>
                <a:lnTo>
                  <a:pt x="3105013" y="1333227"/>
                </a:lnTo>
                <a:cubicBezTo>
                  <a:pt x="3105013" y="1391357"/>
                  <a:pt x="3057889" y="1438481"/>
                  <a:pt x="2999759" y="1438481"/>
                </a:cubicBezTo>
                <a:lnTo>
                  <a:pt x="105254" y="1438481"/>
                </a:lnTo>
                <a:cubicBezTo>
                  <a:pt x="47124" y="1438481"/>
                  <a:pt x="0" y="1391357"/>
                  <a:pt x="0" y="1333227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4"/>
          <p:cNvSpPr/>
          <p:nvPr/>
        </p:nvSpPr>
        <p:spPr>
          <a:xfrm>
            <a:off x="5468760" y="2087640"/>
            <a:ext cx="129960" cy="173880"/>
          </a:xfrm>
          <a:custGeom>
            <a:avLst/>
            <a:gdLst>
              <a:gd name="textAreaLeft" fmla="*/ 0 w 129960"/>
              <a:gd name="textAreaRight" fmla="*/ 131400 w 129960"/>
              <a:gd name="textAreaTop" fmla="*/ 0 h 173880"/>
              <a:gd name="textAreaBottom" fmla="*/ 175320 h 173880"/>
            </a:gdLst>
            <a:ahLst/>
            <a:rect l="textAreaLeft" t="textAreaTop" r="textAreaRight" b="textAreaBottom"/>
            <a:pathLst>
              <a:path w="131568" h="175424">
                <a:moveTo>
                  <a:pt x="0" y="21928"/>
                </a:moveTo>
                <a:cubicBezTo>
                  <a:pt x="0" y="9833"/>
                  <a:pt x="9833" y="0"/>
                  <a:pt x="21928" y="0"/>
                </a:cubicBezTo>
                <a:lnTo>
                  <a:pt x="73151" y="0"/>
                </a:lnTo>
                <a:cubicBezTo>
                  <a:pt x="78975" y="0"/>
                  <a:pt x="84560" y="2296"/>
                  <a:pt x="88672" y="6407"/>
                </a:cubicBezTo>
                <a:lnTo>
                  <a:pt x="125161" y="42931"/>
                </a:lnTo>
                <a:cubicBezTo>
                  <a:pt x="129273" y="47043"/>
                  <a:pt x="131568" y="52627"/>
                  <a:pt x="131568" y="58452"/>
                </a:cubicBezTo>
                <a:lnTo>
                  <a:pt x="131568" y="153496"/>
                </a:lnTo>
                <a:cubicBezTo>
                  <a:pt x="131568" y="165591"/>
                  <a:pt x="121735" y="175424"/>
                  <a:pt x="109640" y="175424"/>
                </a:cubicBezTo>
                <a:lnTo>
                  <a:pt x="21928" y="175424"/>
                </a:lnTo>
                <a:cubicBezTo>
                  <a:pt x="9833" y="175424"/>
                  <a:pt x="0" y="165591"/>
                  <a:pt x="0" y="153496"/>
                </a:cubicBezTo>
                <a:lnTo>
                  <a:pt x="0" y="21928"/>
                </a:lnTo>
                <a:close/>
                <a:moveTo>
                  <a:pt x="71266" y="20044"/>
                </a:moveTo>
                <a:lnTo>
                  <a:pt x="71266" y="52079"/>
                </a:lnTo>
                <a:cubicBezTo>
                  <a:pt x="71266" y="56636"/>
                  <a:pt x="74932" y="60302"/>
                  <a:pt x="79489" y="60302"/>
                </a:cubicBezTo>
                <a:lnTo>
                  <a:pt x="111525" y="60302"/>
                </a:lnTo>
                <a:lnTo>
                  <a:pt x="71266" y="20044"/>
                </a:lnTo>
                <a:close/>
                <a:moveTo>
                  <a:pt x="52833" y="101280"/>
                </a:moveTo>
                <a:cubicBezTo>
                  <a:pt x="55779" y="97820"/>
                  <a:pt x="55403" y="92646"/>
                  <a:pt x="51942" y="89699"/>
                </a:cubicBezTo>
                <a:cubicBezTo>
                  <a:pt x="48482" y="86753"/>
                  <a:pt x="43308" y="87130"/>
                  <a:pt x="40361" y="90590"/>
                </a:cubicBezTo>
                <a:lnTo>
                  <a:pt x="23915" y="109777"/>
                </a:lnTo>
                <a:cubicBezTo>
                  <a:pt x="21277" y="112861"/>
                  <a:pt x="21277" y="117384"/>
                  <a:pt x="23915" y="120467"/>
                </a:cubicBezTo>
                <a:lnTo>
                  <a:pt x="40361" y="139654"/>
                </a:lnTo>
                <a:cubicBezTo>
                  <a:pt x="43308" y="143115"/>
                  <a:pt x="48516" y="143492"/>
                  <a:pt x="51942" y="140545"/>
                </a:cubicBezTo>
                <a:cubicBezTo>
                  <a:pt x="55368" y="137599"/>
                  <a:pt x="55779" y="132391"/>
                  <a:pt x="52833" y="128964"/>
                </a:cubicBezTo>
                <a:lnTo>
                  <a:pt x="40978" y="115122"/>
                </a:lnTo>
                <a:lnTo>
                  <a:pt x="52833" y="101280"/>
                </a:lnTo>
                <a:close/>
                <a:moveTo>
                  <a:pt x="91207" y="90590"/>
                </a:moveTo>
                <a:cubicBezTo>
                  <a:pt x="88260" y="87130"/>
                  <a:pt x="83053" y="86753"/>
                  <a:pt x="79626" y="89699"/>
                </a:cubicBezTo>
                <a:cubicBezTo>
                  <a:pt x="76200" y="92646"/>
                  <a:pt x="75789" y="97854"/>
                  <a:pt x="78735" y="101280"/>
                </a:cubicBezTo>
                <a:lnTo>
                  <a:pt x="90590" y="115122"/>
                </a:lnTo>
                <a:lnTo>
                  <a:pt x="78735" y="128964"/>
                </a:lnTo>
                <a:cubicBezTo>
                  <a:pt x="75789" y="132425"/>
                  <a:pt x="76166" y="137599"/>
                  <a:pt x="79626" y="140545"/>
                </a:cubicBezTo>
                <a:cubicBezTo>
                  <a:pt x="83087" y="143492"/>
                  <a:pt x="88260" y="143115"/>
                  <a:pt x="91207" y="139654"/>
                </a:cubicBezTo>
                <a:lnTo>
                  <a:pt x="107653" y="120467"/>
                </a:lnTo>
                <a:cubicBezTo>
                  <a:pt x="110291" y="117384"/>
                  <a:pt x="110291" y="112861"/>
                  <a:pt x="107653" y="109777"/>
                </a:cubicBezTo>
                <a:lnTo>
                  <a:pt x="91207" y="9059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35"/>
          <p:cNvSpPr/>
          <p:nvPr/>
        </p:nvSpPr>
        <p:spPr>
          <a:xfrm>
            <a:off x="5714280" y="2070000"/>
            <a:ext cx="1142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Liter"/>
                <a:ea typeface="Liter"/>
              </a:rPr>
              <a:t>.env Files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36"/>
          <p:cNvSpPr/>
          <p:nvPr/>
        </p:nvSpPr>
        <p:spPr>
          <a:xfrm>
            <a:off x="5424840" y="2350800"/>
            <a:ext cx="28929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Променливи среди за всяка среда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 37"/>
          <p:cNvSpPr/>
          <p:nvPr/>
        </p:nvSpPr>
        <p:spPr>
          <a:xfrm>
            <a:off x="5424840" y="26312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DATABASE_URL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 38"/>
          <p:cNvSpPr/>
          <p:nvPr/>
        </p:nvSpPr>
        <p:spPr>
          <a:xfrm>
            <a:off x="5424840" y="28418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JWT_SECRET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39"/>
          <p:cNvSpPr/>
          <p:nvPr/>
        </p:nvSpPr>
        <p:spPr>
          <a:xfrm>
            <a:off x="5424840" y="30524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SMTP_CONFIG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40"/>
          <p:cNvSpPr/>
          <p:nvPr/>
        </p:nvSpPr>
        <p:spPr>
          <a:xfrm>
            <a:off x="8528760" y="1929600"/>
            <a:ext cx="3103560" cy="1437120"/>
          </a:xfrm>
          <a:custGeom>
            <a:avLst/>
            <a:gdLst>
              <a:gd name="textAreaLeft" fmla="*/ 0 w 3103560"/>
              <a:gd name="textAreaRight" fmla="*/ 3105000 w 3103560"/>
              <a:gd name="textAreaTop" fmla="*/ 0 h 1437120"/>
              <a:gd name="textAreaBottom" fmla="*/ 1438560 h 1437120"/>
            </a:gdLst>
            <a:ahLst/>
            <a:rect l="textAreaLeft" t="textAreaTop" r="textAreaRight" b="textAreaBottom"/>
            <a:pathLst>
              <a:path w="3105013" h="1438481">
                <a:moveTo>
                  <a:pt x="105254" y="0"/>
                </a:moveTo>
                <a:lnTo>
                  <a:pt x="2999759" y="0"/>
                </a:lnTo>
                <a:cubicBezTo>
                  <a:pt x="3057889" y="0"/>
                  <a:pt x="3105013" y="47124"/>
                  <a:pt x="3105013" y="105254"/>
                </a:cubicBezTo>
                <a:lnTo>
                  <a:pt x="3105013" y="1333227"/>
                </a:lnTo>
                <a:cubicBezTo>
                  <a:pt x="3105013" y="1391357"/>
                  <a:pt x="3057889" y="1438481"/>
                  <a:pt x="2999759" y="1438481"/>
                </a:cubicBezTo>
                <a:lnTo>
                  <a:pt x="105254" y="1438481"/>
                </a:lnTo>
                <a:cubicBezTo>
                  <a:pt x="47124" y="1438481"/>
                  <a:pt x="0" y="1391357"/>
                  <a:pt x="0" y="1333227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41"/>
          <p:cNvSpPr/>
          <p:nvPr/>
        </p:nvSpPr>
        <p:spPr>
          <a:xfrm>
            <a:off x="8690760" y="2087640"/>
            <a:ext cx="173880" cy="173880"/>
          </a:xfrm>
          <a:custGeom>
            <a:avLst/>
            <a:gdLst>
              <a:gd name="textAreaLeft" fmla="*/ 0 w 173880"/>
              <a:gd name="textAreaRight" fmla="*/ 175320 w 173880"/>
              <a:gd name="textAreaTop" fmla="*/ 0 h 173880"/>
              <a:gd name="textAreaBottom" fmla="*/ 175320 h 173880"/>
            </a:gdLst>
            <a:ahLst/>
            <a:rect l="textAreaLeft" t="textAreaTop" r="textAreaRight" b="textAreaBottom"/>
            <a:pathLst>
              <a:path w="175424" h="175424">
                <a:moveTo>
                  <a:pt x="87712" y="36969"/>
                </a:moveTo>
                <a:lnTo>
                  <a:pt x="82573" y="29843"/>
                </a:lnTo>
                <a:cubicBezTo>
                  <a:pt x="74007" y="17988"/>
                  <a:pt x="60268" y="10964"/>
                  <a:pt x="45604" y="10964"/>
                </a:cubicBezTo>
                <a:cubicBezTo>
                  <a:pt x="20421" y="10964"/>
                  <a:pt x="0" y="31385"/>
                  <a:pt x="0" y="56568"/>
                </a:cubicBezTo>
                <a:lnTo>
                  <a:pt x="0" y="57458"/>
                </a:lnTo>
                <a:cubicBezTo>
                  <a:pt x="0" y="65544"/>
                  <a:pt x="2124" y="73904"/>
                  <a:pt x="5688" y="82230"/>
                </a:cubicBezTo>
                <a:lnTo>
                  <a:pt x="42006" y="82230"/>
                </a:lnTo>
                <a:cubicBezTo>
                  <a:pt x="43102" y="82230"/>
                  <a:pt x="44096" y="81579"/>
                  <a:pt x="44541" y="80551"/>
                </a:cubicBezTo>
                <a:lnTo>
                  <a:pt x="55437" y="54409"/>
                </a:lnTo>
                <a:cubicBezTo>
                  <a:pt x="56705" y="51394"/>
                  <a:pt x="59651" y="49407"/>
                  <a:pt x="62906" y="49338"/>
                </a:cubicBezTo>
                <a:cubicBezTo>
                  <a:pt x="66161" y="49270"/>
                  <a:pt x="69176" y="51188"/>
                  <a:pt x="70512" y="54169"/>
                </a:cubicBezTo>
                <a:lnTo>
                  <a:pt x="88089" y="93194"/>
                </a:lnTo>
                <a:lnTo>
                  <a:pt x="102274" y="64825"/>
                </a:lnTo>
                <a:cubicBezTo>
                  <a:pt x="103679" y="62050"/>
                  <a:pt x="106522" y="60268"/>
                  <a:pt x="109640" y="60268"/>
                </a:cubicBezTo>
                <a:cubicBezTo>
                  <a:pt x="112758" y="60268"/>
                  <a:pt x="115602" y="62015"/>
                  <a:pt x="117007" y="64825"/>
                </a:cubicBezTo>
                <a:lnTo>
                  <a:pt x="124956" y="80688"/>
                </a:lnTo>
                <a:cubicBezTo>
                  <a:pt x="125435" y="81613"/>
                  <a:pt x="126360" y="82196"/>
                  <a:pt x="127423" y="82196"/>
                </a:cubicBezTo>
                <a:lnTo>
                  <a:pt x="169771" y="82196"/>
                </a:lnTo>
                <a:cubicBezTo>
                  <a:pt x="173369" y="73870"/>
                  <a:pt x="175459" y="65510"/>
                  <a:pt x="175459" y="57424"/>
                </a:cubicBezTo>
                <a:lnTo>
                  <a:pt x="175459" y="56533"/>
                </a:lnTo>
                <a:cubicBezTo>
                  <a:pt x="175424" y="31385"/>
                  <a:pt x="155004" y="10964"/>
                  <a:pt x="129821" y="10964"/>
                </a:cubicBezTo>
                <a:cubicBezTo>
                  <a:pt x="115191" y="10964"/>
                  <a:pt x="101417" y="17988"/>
                  <a:pt x="92852" y="29843"/>
                </a:cubicBezTo>
                <a:lnTo>
                  <a:pt x="87712" y="36935"/>
                </a:lnTo>
                <a:close/>
                <a:moveTo>
                  <a:pt x="160897" y="98676"/>
                </a:moveTo>
                <a:lnTo>
                  <a:pt x="127388" y="98676"/>
                </a:lnTo>
                <a:cubicBezTo>
                  <a:pt x="120125" y="98676"/>
                  <a:pt x="113478" y="94565"/>
                  <a:pt x="110223" y="88055"/>
                </a:cubicBezTo>
                <a:lnTo>
                  <a:pt x="109640" y="86890"/>
                </a:lnTo>
                <a:lnTo>
                  <a:pt x="95079" y="116047"/>
                </a:lnTo>
                <a:cubicBezTo>
                  <a:pt x="93674" y="118891"/>
                  <a:pt x="90727" y="120673"/>
                  <a:pt x="87541" y="120604"/>
                </a:cubicBezTo>
                <a:cubicBezTo>
                  <a:pt x="84354" y="120536"/>
                  <a:pt x="81511" y="118651"/>
                  <a:pt x="80209" y="115773"/>
                </a:cubicBezTo>
                <a:lnTo>
                  <a:pt x="63317" y="78256"/>
                </a:lnTo>
                <a:lnTo>
                  <a:pt x="59720" y="86890"/>
                </a:lnTo>
                <a:cubicBezTo>
                  <a:pt x="56739" y="94051"/>
                  <a:pt x="49749" y="98711"/>
                  <a:pt x="42006" y="98711"/>
                </a:cubicBezTo>
                <a:lnTo>
                  <a:pt x="14527" y="98711"/>
                </a:lnTo>
                <a:cubicBezTo>
                  <a:pt x="30699" y="123996"/>
                  <a:pt x="56670" y="147261"/>
                  <a:pt x="72911" y="159664"/>
                </a:cubicBezTo>
                <a:cubicBezTo>
                  <a:pt x="77159" y="162884"/>
                  <a:pt x="82367" y="164495"/>
                  <a:pt x="87678" y="164495"/>
                </a:cubicBezTo>
                <a:cubicBezTo>
                  <a:pt x="92989" y="164495"/>
                  <a:pt x="98231" y="162919"/>
                  <a:pt x="102445" y="159664"/>
                </a:cubicBezTo>
                <a:cubicBezTo>
                  <a:pt x="118754" y="147226"/>
                  <a:pt x="144725" y="123962"/>
                  <a:pt x="160897" y="98676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42"/>
          <p:cNvSpPr/>
          <p:nvPr/>
        </p:nvSpPr>
        <p:spPr>
          <a:xfrm>
            <a:off x="8958600" y="2070000"/>
            <a:ext cx="1784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Liter"/>
                <a:ea typeface="Liter"/>
              </a:rPr>
              <a:t>Health Checks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 43"/>
          <p:cNvSpPr/>
          <p:nvPr/>
        </p:nvSpPr>
        <p:spPr>
          <a:xfrm>
            <a:off x="8669160" y="2350800"/>
            <a:ext cx="28929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Мониторинг на състоянието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44"/>
          <p:cNvSpPr/>
          <p:nvPr/>
        </p:nvSpPr>
        <p:spPr>
          <a:xfrm>
            <a:off x="8669160" y="26312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/health - общ статус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45"/>
          <p:cNvSpPr/>
          <p:nvPr/>
        </p:nvSpPr>
        <p:spPr>
          <a:xfrm>
            <a:off x="8669160" y="28418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/health/db - база данни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46"/>
          <p:cNvSpPr/>
          <p:nvPr/>
        </p:nvSpPr>
        <p:spPr>
          <a:xfrm>
            <a:off x="8669160" y="30524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/health/redis - кеш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47"/>
          <p:cNvSpPr/>
          <p:nvPr/>
        </p:nvSpPr>
        <p:spPr>
          <a:xfrm>
            <a:off x="5284440" y="3508560"/>
            <a:ext cx="3103560" cy="1437120"/>
          </a:xfrm>
          <a:custGeom>
            <a:avLst/>
            <a:gdLst>
              <a:gd name="textAreaLeft" fmla="*/ 0 w 3103560"/>
              <a:gd name="textAreaRight" fmla="*/ 3105000 w 3103560"/>
              <a:gd name="textAreaTop" fmla="*/ 0 h 1437120"/>
              <a:gd name="textAreaBottom" fmla="*/ 1438560 h 1437120"/>
            </a:gdLst>
            <a:ahLst/>
            <a:rect l="textAreaLeft" t="textAreaTop" r="textAreaRight" b="textAreaBottom"/>
            <a:pathLst>
              <a:path w="3105013" h="1438481">
                <a:moveTo>
                  <a:pt x="105254" y="0"/>
                </a:moveTo>
                <a:lnTo>
                  <a:pt x="2999759" y="0"/>
                </a:lnTo>
                <a:cubicBezTo>
                  <a:pt x="3057889" y="0"/>
                  <a:pt x="3105013" y="47124"/>
                  <a:pt x="3105013" y="105254"/>
                </a:cubicBezTo>
                <a:lnTo>
                  <a:pt x="3105013" y="1333227"/>
                </a:lnTo>
                <a:cubicBezTo>
                  <a:pt x="3105013" y="1391357"/>
                  <a:pt x="3057889" y="1438481"/>
                  <a:pt x="2999759" y="1438481"/>
                </a:cubicBezTo>
                <a:lnTo>
                  <a:pt x="105254" y="1438481"/>
                </a:lnTo>
                <a:cubicBezTo>
                  <a:pt x="47124" y="1438481"/>
                  <a:pt x="0" y="1391357"/>
                  <a:pt x="0" y="1333227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48"/>
          <p:cNvSpPr/>
          <p:nvPr/>
        </p:nvSpPr>
        <p:spPr>
          <a:xfrm>
            <a:off x="5457600" y="3666240"/>
            <a:ext cx="151920" cy="173880"/>
          </a:xfrm>
          <a:custGeom>
            <a:avLst/>
            <a:gdLst>
              <a:gd name="textAreaLeft" fmla="*/ 0 w 151920"/>
              <a:gd name="textAreaRight" fmla="*/ 153360 w 151920"/>
              <a:gd name="textAreaTop" fmla="*/ 0 h 173880"/>
              <a:gd name="textAreaBottom" fmla="*/ 175320 h 173880"/>
            </a:gdLst>
            <a:ahLst/>
            <a:rect l="textAreaLeft" t="textAreaTop" r="textAreaRight" b="textAreaBottom"/>
            <a:pathLst>
              <a:path w="153496" h="175424">
                <a:moveTo>
                  <a:pt x="153496" y="70512"/>
                </a:moveTo>
                <a:cubicBezTo>
                  <a:pt x="148426" y="73870"/>
                  <a:pt x="142601" y="76577"/>
                  <a:pt x="136536" y="78735"/>
                </a:cubicBezTo>
                <a:cubicBezTo>
                  <a:pt x="120433" y="84492"/>
                  <a:pt x="99293" y="87712"/>
                  <a:pt x="76748" y="87712"/>
                </a:cubicBezTo>
                <a:cubicBezTo>
                  <a:pt x="54203" y="87712"/>
                  <a:pt x="33029" y="84457"/>
                  <a:pt x="16960" y="78735"/>
                </a:cubicBezTo>
                <a:cubicBezTo>
                  <a:pt x="10930" y="76577"/>
                  <a:pt x="5071" y="73870"/>
                  <a:pt x="0" y="70512"/>
                </a:cubicBezTo>
                <a:lnTo>
                  <a:pt x="0" y="98676"/>
                </a:lnTo>
                <a:cubicBezTo>
                  <a:pt x="0" y="113820"/>
                  <a:pt x="34365" y="126086"/>
                  <a:pt x="76748" y="126086"/>
                </a:cubicBezTo>
                <a:cubicBezTo>
                  <a:pt x="119131" y="126086"/>
                  <a:pt x="153496" y="113820"/>
                  <a:pt x="153496" y="98676"/>
                </a:cubicBezTo>
                <a:lnTo>
                  <a:pt x="153496" y="70512"/>
                </a:lnTo>
                <a:close/>
                <a:moveTo>
                  <a:pt x="153496" y="43856"/>
                </a:moveTo>
                <a:lnTo>
                  <a:pt x="153496" y="27410"/>
                </a:lnTo>
                <a:cubicBezTo>
                  <a:pt x="153496" y="12266"/>
                  <a:pt x="119131" y="0"/>
                  <a:pt x="76748" y="0"/>
                </a:cubicBezTo>
                <a:cubicBezTo>
                  <a:pt x="34365" y="0"/>
                  <a:pt x="0" y="12266"/>
                  <a:pt x="0" y="27410"/>
                </a:cubicBezTo>
                <a:lnTo>
                  <a:pt x="0" y="43856"/>
                </a:lnTo>
                <a:cubicBezTo>
                  <a:pt x="0" y="59000"/>
                  <a:pt x="34365" y="71266"/>
                  <a:pt x="76748" y="71266"/>
                </a:cubicBezTo>
                <a:cubicBezTo>
                  <a:pt x="119131" y="71266"/>
                  <a:pt x="153496" y="59000"/>
                  <a:pt x="153496" y="43856"/>
                </a:cubicBezTo>
                <a:close/>
                <a:moveTo>
                  <a:pt x="136536" y="133556"/>
                </a:moveTo>
                <a:cubicBezTo>
                  <a:pt x="120467" y="139277"/>
                  <a:pt x="99327" y="142532"/>
                  <a:pt x="76748" y="142532"/>
                </a:cubicBezTo>
                <a:cubicBezTo>
                  <a:pt x="54169" y="142532"/>
                  <a:pt x="33029" y="139277"/>
                  <a:pt x="16960" y="133556"/>
                </a:cubicBezTo>
                <a:cubicBezTo>
                  <a:pt x="10930" y="131397"/>
                  <a:pt x="5071" y="128690"/>
                  <a:pt x="0" y="125333"/>
                </a:cubicBezTo>
                <a:lnTo>
                  <a:pt x="0" y="148014"/>
                </a:lnTo>
                <a:cubicBezTo>
                  <a:pt x="0" y="163158"/>
                  <a:pt x="34365" y="175424"/>
                  <a:pt x="76748" y="175424"/>
                </a:cubicBezTo>
                <a:cubicBezTo>
                  <a:pt x="119131" y="175424"/>
                  <a:pt x="153496" y="163158"/>
                  <a:pt x="153496" y="148014"/>
                </a:cubicBezTo>
                <a:lnTo>
                  <a:pt x="153496" y="125333"/>
                </a:lnTo>
                <a:cubicBezTo>
                  <a:pt x="148426" y="128690"/>
                  <a:pt x="142601" y="131397"/>
                  <a:pt x="136536" y="133556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49"/>
          <p:cNvSpPr/>
          <p:nvPr/>
        </p:nvSpPr>
        <p:spPr>
          <a:xfrm>
            <a:off x="5714280" y="3648960"/>
            <a:ext cx="1142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Liter"/>
                <a:ea typeface="Liter"/>
              </a:rPr>
              <a:t>Миграции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50"/>
          <p:cNvSpPr/>
          <p:nvPr/>
        </p:nvSpPr>
        <p:spPr>
          <a:xfrm>
            <a:off x="5424840" y="3929400"/>
            <a:ext cx="28929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Автоматизирани миграции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 51"/>
          <p:cNvSpPr/>
          <p:nvPr/>
        </p:nvSpPr>
        <p:spPr>
          <a:xfrm>
            <a:off x="5424840" y="421020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Създаване на схеми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52"/>
          <p:cNvSpPr/>
          <p:nvPr/>
        </p:nvSpPr>
        <p:spPr>
          <a:xfrm>
            <a:off x="5424840" y="442080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Актуализации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53"/>
          <p:cNvSpPr/>
          <p:nvPr/>
        </p:nvSpPr>
        <p:spPr>
          <a:xfrm>
            <a:off x="5424840" y="46310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Rollback възможност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54"/>
          <p:cNvSpPr/>
          <p:nvPr/>
        </p:nvSpPr>
        <p:spPr>
          <a:xfrm>
            <a:off x="8528760" y="3508560"/>
            <a:ext cx="3103560" cy="1437120"/>
          </a:xfrm>
          <a:custGeom>
            <a:avLst/>
            <a:gdLst>
              <a:gd name="textAreaLeft" fmla="*/ 0 w 3103560"/>
              <a:gd name="textAreaRight" fmla="*/ 3105000 w 3103560"/>
              <a:gd name="textAreaTop" fmla="*/ 0 h 1437120"/>
              <a:gd name="textAreaBottom" fmla="*/ 1438560 h 1437120"/>
            </a:gdLst>
            <a:ahLst/>
            <a:rect l="textAreaLeft" t="textAreaTop" r="textAreaRight" b="textAreaBottom"/>
            <a:pathLst>
              <a:path w="3105013" h="1438481">
                <a:moveTo>
                  <a:pt x="105254" y="0"/>
                </a:moveTo>
                <a:lnTo>
                  <a:pt x="2999759" y="0"/>
                </a:lnTo>
                <a:cubicBezTo>
                  <a:pt x="3057889" y="0"/>
                  <a:pt x="3105013" y="47124"/>
                  <a:pt x="3105013" y="105254"/>
                </a:cubicBezTo>
                <a:lnTo>
                  <a:pt x="3105013" y="1333227"/>
                </a:lnTo>
                <a:cubicBezTo>
                  <a:pt x="3105013" y="1391357"/>
                  <a:pt x="3057889" y="1438481"/>
                  <a:pt x="2999759" y="1438481"/>
                </a:cubicBezTo>
                <a:lnTo>
                  <a:pt x="105254" y="1438481"/>
                </a:lnTo>
                <a:cubicBezTo>
                  <a:pt x="47124" y="1438481"/>
                  <a:pt x="0" y="1391357"/>
                  <a:pt x="0" y="1333227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55"/>
          <p:cNvSpPr/>
          <p:nvPr/>
        </p:nvSpPr>
        <p:spPr>
          <a:xfrm>
            <a:off x="8690760" y="3666240"/>
            <a:ext cx="173880" cy="173880"/>
          </a:xfrm>
          <a:custGeom>
            <a:avLst/>
            <a:gdLst>
              <a:gd name="textAreaLeft" fmla="*/ 0 w 173880"/>
              <a:gd name="textAreaRight" fmla="*/ 175320 w 173880"/>
              <a:gd name="textAreaTop" fmla="*/ 0 h 173880"/>
              <a:gd name="textAreaBottom" fmla="*/ 175320 h 173880"/>
            </a:gdLst>
            <a:ahLst/>
            <a:rect l="textAreaLeft" t="textAreaTop" r="textAreaRight" b="textAreaBottom"/>
            <a:pathLst>
              <a:path w="175424" h="175424">
                <a:moveTo>
                  <a:pt x="87712" y="0"/>
                </a:moveTo>
                <a:cubicBezTo>
                  <a:pt x="89288" y="0"/>
                  <a:pt x="90864" y="343"/>
                  <a:pt x="92303" y="994"/>
                </a:cubicBezTo>
                <a:lnTo>
                  <a:pt x="156854" y="28369"/>
                </a:lnTo>
                <a:cubicBezTo>
                  <a:pt x="164392" y="31556"/>
                  <a:pt x="170011" y="38991"/>
                  <a:pt x="169977" y="47968"/>
                </a:cubicBezTo>
                <a:cubicBezTo>
                  <a:pt x="169805" y="81956"/>
                  <a:pt x="155826" y="144143"/>
                  <a:pt x="96792" y="172409"/>
                </a:cubicBezTo>
                <a:cubicBezTo>
                  <a:pt x="91070" y="175150"/>
                  <a:pt x="84423" y="175150"/>
                  <a:pt x="78701" y="172409"/>
                </a:cubicBezTo>
                <a:cubicBezTo>
                  <a:pt x="19632" y="144143"/>
                  <a:pt x="5688" y="81956"/>
                  <a:pt x="5516" y="47968"/>
                </a:cubicBezTo>
                <a:cubicBezTo>
                  <a:pt x="5482" y="38991"/>
                  <a:pt x="11101" y="31556"/>
                  <a:pt x="18639" y="28369"/>
                </a:cubicBezTo>
                <a:lnTo>
                  <a:pt x="83155" y="994"/>
                </a:lnTo>
                <a:cubicBezTo>
                  <a:pt x="84594" y="343"/>
                  <a:pt x="86136" y="0"/>
                  <a:pt x="87712" y="0"/>
                </a:cubicBezTo>
                <a:close/>
                <a:moveTo>
                  <a:pt x="87712" y="22887"/>
                </a:moveTo>
                <a:lnTo>
                  <a:pt x="87712" y="152434"/>
                </a:lnTo>
                <a:cubicBezTo>
                  <a:pt x="134995" y="129547"/>
                  <a:pt x="147706" y="78838"/>
                  <a:pt x="148014" y="48482"/>
                </a:cubicBezTo>
                <a:lnTo>
                  <a:pt x="87712" y="22922"/>
                </a:lnTo>
                <a:lnTo>
                  <a:pt x="87712" y="22922"/>
                </a:ln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56"/>
          <p:cNvSpPr/>
          <p:nvPr/>
        </p:nvSpPr>
        <p:spPr>
          <a:xfrm>
            <a:off x="8958600" y="3648960"/>
            <a:ext cx="621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Liter"/>
                <a:ea typeface="Liter"/>
              </a:rPr>
              <a:t>SSL/TLS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57"/>
          <p:cNvSpPr/>
          <p:nvPr/>
        </p:nvSpPr>
        <p:spPr>
          <a:xfrm>
            <a:off x="8669160" y="3929400"/>
            <a:ext cx="28929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11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Сигурна комуникация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58"/>
          <p:cNvSpPr/>
          <p:nvPr/>
        </p:nvSpPr>
        <p:spPr>
          <a:xfrm>
            <a:off x="8669160" y="421020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Let's Encrypt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59"/>
          <p:cNvSpPr/>
          <p:nvPr/>
        </p:nvSpPr>
        <p:spPr>
          <a:xfrm>
            <a:off x="8669160" y="442080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Автоматично обновяване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60"/>
          <p:cNvSpPr/>
          <p:nvPr/>
        </p:nvSpPr>
        <p:spPr>
          <a:xfrm>
            <a:off x="8669160" y="4631040"/>
            <a:ext cx="28843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• </a:t>
            </a:r>
            <a:r>
              <a:rPr b="0" lang="en-US" sz="96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HTTPS редирект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61"/>
          <p:cNvSpPr/>
          <p:nvPr/>
        </p:nvSpPr>
        <p:spPr>
          <a:xfrm>
            <a:off x="5073840" y="5308560"/>
            <a:ext cx="6769800" cy="1369080"/>
          </a:xfrm>
          <a:custGeom>
            <a:avLst/>
            <a:gdLst>
              <a:gd name="textAreaLeft" fmla="*/ 0 w 6769800"/>
              <a:gd name="textAreaRight" fmla="*/ 6771240 w 6769800"/>
              <a:gd name="textAreaTop" fmla="*/ 0 h 1369080"/>
              <a:gd name="textAreaBottom" fmla="*/ 1370520 h 1369080"/>
            </a:gdLst>
            <a:ahLst/>
            <a:rect l="textAreaLeft" t="textAreaTop" r="textAreaRight" b="textAreaBottom"/>
            <a:pathLst>
              <a:path w="6771384" h="1370363">
                <a:moveTo>
                  <a:pt x="140343" y="0"/>
                </a:moveTo>
                <a:lnTo>
                  <a:pt x="6631041" y="0"/>
                </a:lnTo>
                <a:cubicBezTo>
                  <a:pt x="6708550" y="0"/>
                  <a:pt x="6771384" y="55150"/>
                  <a:pt x="6771384" y="123182"/>
                </a:cubicBezTo>
                <a:lnTo>
                  <a:pt x="6771384" y="1247181"/>
                </a:lnTo>
                <a:cubicBezTo>
                  <a:pt x="6771384" y="1315212"/>
                  <a:pt x="6708550" y="1370363"/>
                  <a:pt x="6631041" y="1370363"/>
                </a:cubicBezTo>
                <a:lnTo>
                  <a:pt x="140343" y="1370363"/>
                </a:lnTo>
                <a:cubicBezTo>
                  <a:pt x="62834" y="1370363"/>
                  <a:pt x="0" y="1315212"/>
                  <a:pt x="0" y="1247181"/>
                </a:cubicBezTo>
                <a:lnTo>
                  <a:pt x="0" y="123182"/>
                </a:lnTo>
                <a:cubicBezTo>
                  <a:pt x="0" y="55196"/>
                  <a:pt x="62886" y="0"/>
                  <a:pt x="1403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31400" dir="5400000" dist="878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62"/>
          <p:cNvSpPr/>
          <p:nvPr/>
        </p:nvSpPr>
        <p:spPr>
          <a:xfrm>
            <a:off x="5282280" y="5419440"/>
            <a:ext cx="151920" cy="173880"/>
          </a:xfrm>
          <a:custGeom>
            <a:avLst/>
            <a:gdLst>
              <a:gd name="textAreaLeft" fmla="*/ 0 w 151920"/>
              <a:gd name="textAreaRight" fmla="*/ 153360 w 151920"/>
              <a:gd name="textAreaTop" fmla="*/ 0 h 173880"/>
              <a:gd name="textAreaBottom" fmla="*/ 175320 h 173880"/>
            </a:gdLst>
            <a:ahLst/>
            <a:rect l="textAreaLeft" t="textAreaTop" r="textAreaRight" b="textAreaBottom"/>
            <a:pathLst>
              <a:path w="153496" h="175424">
                <a:moveTo>
                  <a:pt x="21928" y="10964"/>
                </a:moveTo>
                <a:cubicBezTo>
                  <a:pt x="9833" y="10964"/>
                  <a:pt x="0" y="20797"/>
                  <a:pt x="0" y="32892"/>
                </a:cubicBezTo>
                <a:lnTo>
                  <a:pt x="0" y="54820"/>
                </a:lnTo>
                <a:cubicBezTo>
                  <a:pt x="0" y="66915"/>
                  <a:pt x="9833" y="76748"/>
                  <a:pt x="21928" y="76748"/>
                </a:cubicBezTo>
                <a:lnTo>
                  <a:pt x="131568" y="76748"/>
                </a:lnTo>
                <a:cubicBezTo>
                  <a:pt x="143663" y="76748"/>
                  <a:pt x="153496" y="66915"/>
                  <a:pt x="153496" y="54820"/>
                </a:cubicBezTo>
                <a:lnTo>
                  <a:pt x="153496" y="32892"/>
                </a:lnTo>
                <a:cubicBezTo>
                  <a:pt x="153496" y="20797"/>
                  <a:pt x="143663" y="10964"/>
                  <a:pt x="131568" y="10964"/>
                </a:cubicBezTo>
                <a:lnTo>
                  <a:pt x="21928" y="10964"/>
                </a:lnTo>
                <a:close/>
                <a:moveTo>
                  <a:pt x="95935" y="35633"/>
                </a:moveTo>
                <a:cubicBezTo>
                  <a:pt x="100474" y="35633"/>
                  <a:pt x="104158" y="39318"/>
                  <a:pt x="104158" y="43856"/>
                </a:cubicBezTo>
                <a:cubicBezTo>
                  <a:pt x="104158" y="48395"/>
                  <a:pt x="100474" y="52079"/>
                  <a:pt x="95935" y="52079"/>
                </a:cubicBezTo>
                <a:cubicBezTo>
                  <a:pt x="91397" y="52079"/>
                  <a:pt x="87712" y="48395"/>
                  <a:pt x="87712" y="43856"/>
                </a:cubicBezTo>
                <a:cubicBezTo>
                  <a:pt x="87712" y="39318"/>
                  <a:pt x="91397" y="35633"/>
                  <a:pt x="95935" y="35633"/>
                </a:cubicBezTo>
                <a:close/>
                <a:moveTo>
                  <a:pt x="115122" y="43856"/>
                </a:moveTo>
                <a:cubicBezTo>
                  <a:pt x="115122" y="39318"/>
                  <a:pt x="118807" y="35633"/>
                  <a:pt x="123345" y="35633"/>
                </a:cubicBezTo>
                <a:cubicBezTo>
                  <a:pt x="127884" y="35633"/>
                  <a:pt x="131568" y="39318"/>
                  <a:pt x="131568" y="43856"/>
                </a:cubicBezTo>
                <a:cubicBezTo>
                  <a:pt x="131568" y="48395"/>
                  <a:pt x="127884" y="52079"/>
                  <a:pt x="123345" y="52079"/>
                </a:cubicBezTo>
                <a:cubicBezTo>
                  <a:pt x="118807" y="52079"/>
                  <a:pt x="115122" y="48395"/>
                  <a:pt x="115122" y="43856"/>
                </a:cubicBezTo>
                <a:close/>
                <a:moveTo>
                  <a:pt x="21928" y="98676"/>
                </a:moveTo>
                <a:cubicBezTo>
                  <a:pt x="9833" y="98676"/>
                  <a:pt x="0" y="108510"/>
                  <a:pt x="0" y="120604"/>
                </a:cubicBezTo>
                <a:lnTo>
                  <a:pt x="0" y="142532"/>
                </a:lnTo>
                <a:cubicBezTo>
                  <a:pt x="0" y="154627"/>
                  <a:pt x="9833" y="164460"/>
                  <a:pt x="21928" y="164460"/>
                </a:cubicBezTo>
                <a:lnTo>
                  <a:pt x="131568" y="164460"/>
                </a:lnTo>
                <a:cubicBezTo>
                  <a:pt x="143663" y="164460"/>
                  <a:pt x="153496" y="154627"/>
                  <a:pt x="153496" y="142532"/>
                </a:cubicBezTo>
                <a:lnTo>
                  <a:pt x="153496" y="120604"/>
                </a:lnTo>
                <a:cubicBezTo>
                  <a:pt x="153496" y="108510"/>
                  <a:pt x="143663" y="98676"/>
                  <a:pt x="131568" y="98676"/>
                </a:cubicBezTo>
                <a:lnTo>
                  <a:pt x="21928" y="98676"/>
                </a:lnTo>
                <a:close/>
                <a:moveTo>
                  <a:pt x="95935" y="123345"/>
                </a:moveTo>
                <a:cubicBezTo>
                  <a:pt x="100474" y="123345"/>
                  <a:pt x="104158" y="127030"/>
                  <a:pt x="104158" y="131568"/>
                </a:cubicBezTo>
                <a:cubicBezTo>
                  <a:pt x="104158" y="136107"/>
                  <a:pt x="100474" y="139791"/>
                  <a:pt x="95935" y="139791"/>
                </a:cubicBezTo>
                <a:cubicBezTo>
                  <a:pt x="91397" y="139791"/>
                  <a:pt x="87712" y="136107"/>
                  <a:pt x="87712" y="131568"/>
                </a:cubicBezTo>
                <a:cubicBezTo>
                  <a:pt x="87712" y="127030"/>
                  <a:pt x="91397" y="123345"/>
                  <a:pt x="95935" y="123345"/>
                </a:cubicBezTo>
                <a:close/>
                <a:moveTo>
                  <a:pt x="115122" y="131568"/>
                </a:moveTo>
                <a:cubicBezTo>
                  <a:pt x="115122" y="127030"/>
                  <a:pt x="118807" y="123345"/>
                  <a:pt x="123345" y="123345"/>
                </a:cubicBezTo>
                <a:cubicBezTo>
                  <a:pt x="127884" y="123345"/>
                  <a:pt x="131568" y="127030"/>
                  <a:pt x="131568" y="131568"/>
                </a:cubicBezTo>
                <a:cubicBezTo>
                  <a:pt x="131568" y="136107"/>
                  <a:pt x="127884" y="139791"/>
                  <a:pt x="123345" y="139791"/>
                </a:cubicBezTo>
                <a:cubicBezTo>
                  <a:pt x="118807" y="139791"/>
                  <a:pt x="115122" y="136107"/>
                  <a:pt x="115122" y="131568"/>
                </a:cubicBezTo>
                <a:close/>
              </a:path>
            </a:pathLst>
          </a:custGeom>
          <a:solidFill>
            <a:srgbClr val="0096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63"/>
          <p:cNvSpPr/>
          <p:nvPr/>
        </p:nvSpPr>
        <p:spPr>
          <a:xfrm>
            <a:off x="5468760" y="5384520"/>
            <a:ext cx="6287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380" spc="-1" strike="noStrike">
                <a:solidFill>
                  <a:srgbClr val="1e293b"/>
                </a:solidFill>
                <a:latin typeface="Liter"/>
                <a:ea typeface="Liter"/>
              </a:rPr>
              <a:t>Nginx Reverse Proxy</a:t>
            </a:r>
            <a:endParaRPr b="0" lang="en-US" sz="1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64"/>
          <p:cNvSpPr/>
          <p:nvPr/>
        </p:nvSpPr>
        <p:spPr>
          <a:xfrm>
            <a:off x="5249520" y="5770440"/>
            <a:ext cx="858240" cy="822960"/>
          </a:xfrm>
          <a:custGeom>
            <a:avLst/>
            <a:gdLst>
              <a:gd name="textAreaLeft" fmla="*/ 0 w 858240"/>
              <a:gd name="textAreaRight" fmla="*/ 859680 w 858240"/>
              <a:gd name="textAreaTop" fmla="*/ 0 h 822960"/>
              <a:gd name="textAreaBottom" fmla="*/ 824400 h 822960"/>
            </a:gdLst>
            <a:ahLst/>
            <a:rect l="textAreaLeft" t="textAreaTop" r="textAreaRight" b="textAreaBottom"/>
            <a:pathLst>
              <a:path w="859580" h="824495">
                <a:moveTo>
                  <a:pt x="105255" y="0"/>
                </a:moveTo>
                <a:lnTo>
                  <a:pt x="754325" y="0"/>
                </a:lnTo>
                <a:cubicBezTo>
                  <a:pt x="812456" y="0"/>
                  <a:pt x="859580" y="47124"/>
                  <a:pt x="859580" y="105255"/>
                </a:cubicBezTo>
                <a:lnTo>
                  <a:pt x="859580" y="719240"/>
                </a:lnTo>
                <a:cubicBezTo>
                  <a:pt x="859580" y="777371"/>
                  <a:pt x="812456" y="824495"/>
                  <a:pt x="754325" y="824495"/>
                </a:cubicBezTo>
                <a:lnTo>
                  <a:pt x="105255" y="824495"/>
                </a:lnTo>
                <a:cubicBezTo>
                  <a:pt x="47124" y="824495"/>
                  <a:pt x="0" y="777371"/>
                  <a:pt x="0" y="719240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65"/>
          <p:cNvSpPr/>
          <p:nvPr/>
        </p:nvSpPr>
        <p:spPr>
          <a:xfrm>
            <a:off x="5549760" y="5910480"/>
            <a:ext cx="261720" cy="261720"/>
          </a:xfrm>
          <a:custGeom>
            <a:avLst/>
            <a:gdLst>
              <a:gd name="textAreaLeft" fmla="*/ 0 w 261720"/>
              <a:gd name="textAreaRight" fmla="*/ 263160 w 261720"/>
              <a:gd name="textAreaTop" fmla="*/ 0 h 261720"/>
              <a:gd name="textAreaBottom" fmla="*/ 263160 h 261720"/>
            </a:gdLst>
            <a:ahLst/>
            <a:rect l="textAreaLeft" t="textAreaTop" r="textAreaRight" b="textAreaBottom"/>
            <a:pathLst>
              <a:path w="263137" h="263137">
                <a:moveTo>
                  <a:pt x="180855" y="143903"/>
                </a:moveTo>
                <a:lnTo>
                  <a:pt x="82744" y="143903"/>
                </a:lnTo>
                <a:cubicBezTo>
                  <a:pt x="84235" y="177052"/>
                  <a:pt x="91584" y="207580"/>
                  <a:pt x="102017" y="229936"/>
                </a:cubicBezTo>
                <a:cubicBezTo>
                  <a:pt x="107876" y="242528"/>
                  <a:pt x="114197" y="251419"/>
                  <a:pt x="120056" y="256867"/>
                </a:cubicBezTo>
                <a:cubicBezTo>
                  <a:pt x="125812" y="262263"/>
                  <a:pt x="129770" y="263137"/>
                  <a:pt x="131825" y="263137"/>
                </a:cubicBezTo>
                <a:cubicBezTo>
                  <a:pt x="133881" y="263137"/>
                  <a:pt x="137838" y="262263"/>
                  <a:pt x="143595" y="256867"/>
                </a:cubicBezTo>
                <a:cubicBezTo>
                  <a:pt x="149453" y="251419"/>
                  <a:pt x="155775" y="242476"/>
                  <a:pt x="161634" y="229936"/>
                </a:cubicBezTo>
                <a:cubicBezTo>
                  <a:pt x="172067" y="207580"/>
                  <a:pt x="179416" y="177052"/>
                  <a:pt x="180906" y="143903"/>
                </a:cubicBezTo>
                <a:close/>
                <a:moveTo>
                  <a:pt x="82693" y="119234"/>
                </a:moveTo>
                <a:lnTo>
                  <a:pt x="180804" y="119234"/>
                </a:lnTo>
                <a:cubicBezTo>
                  <a:pt x="179365" y="86085"/>
                  <a:pt x="172015" y="55557"/>
                  <a:pt x="161582" y="33200"/>
                </a:cubicBezTo>
                <a:cubicBezTo>
                  <a:pt x="155723" y="20660"/>
                  <a:pt x="149402" y="11718"/>
                  <a:pt x="143543" y="6270"/>
                </a:cubicBezTo>
                <a:cubicBezTo>
                  <a:pt x="137787" y="874"/>
                  <a:pt x="133830" y="0"/>
                  <a:pt x="131774" y="0"/>
                </a:cubicBezTo>
                <a:cubicBezTo>
                  <a:pt x="129718" y="0"/>
                  <a:pt x="125761" y="874"/>
                  <a:pt x="120005" y="6270"/>
                </a:cubicBezTo>
                <a:cubicBezTo>
                  <a:pt x="114146" y="11718"/>
                  <a:pt x="107824" y="20660"/>
                  <a:pt x="101965" y="33200"/>
                </a:cubicBezTo>
                <a:cubicBezTo>
                  <a:pt x="91533" y="55557"/>
                  <a:pt x="84183" y="86085"/>
                  <a:pt x="82693" y="119234"/>
                </a:cubicBezTo>
                <a:close/>
                <a:moveTo>
                  <a:pt x="58024" y="119234"/>
                </a:moveTo>
                <a:cubicBezTo>
                  <a:pt x="59822" y="75241"/>
                  <a:pt x="71181" y="34383"/>
                  <a:pt x="87781" y="7555"/>
                </a:cubicBezTo>
                <a:cubicBezTo>
                  <a:pt x="40447" y="24309"/>
                  <a:pt x="5602" y="67429"/>
                  <a:pt x="771" y="119234"/>
                </a:cubicBezTo>
                <a:lnTo>
                  <a:pt x="58024" y="119234"/>
                </a:lnTo>
                <a:close/>
                <a:moveTo>
                  <a:pt x="771" y="143903"/>
                </a:moveTo>
                <a:cubicBezTo>
                  <a:pt x="5602" y="195708"/>
                  <a:pt x="40447" y="238827"/>
                  <a:pt x="87781" y="255582"/>
                </a:cubicBezTo>
                <a:cubicBezTo>
                  <a:pt x="71181" y="228754"/>
                  <a:pt x="59822" y="187896"/>
                  <a:pt x="58024" y="143903"/>
                </a:cubicBezTo>
                <a:lnTo>
                  <a:pt x="771" y="143903"/>
                </a:lnTo>
                <a:close/>
                <a:moveTo>
                  <a:pt x="205524" y="143903"/>
                </a:moveTo>
                <a:cubicBezTo>
                  <a:pt x="203725" y="187896"/>
                  <a:pt x="192367" y="228754"/>
                  <a:pt x="175767" y="255582"/>
                </a:cubicBezTo>
                <a:cubicBezTo>
                  <a:pt x="223101" y="238776"/>
                  <a:pt x="257946" y="195708"/>
                  <a:pt x="262777" y="143903"/>
                </a:cubicBezTo>
                <a:lnTo>
                  <a:pt x="205524" y="143903"/>
                </a:lnTo>
                <a:close/>
                <a:moveTo>
                  <a:pt x="262777" y="119234"/>
                </a:moveTo>
                <a:cubicBezTo>
                  <a:pt x="257946" y="67429"/>
                  <a:pt x="223101" y="24309"/>
                  <a:pt x="175767" y="7555"/>
                </a:cubicBezTo>
                <a:cubicBezTo>
                  <a:pt x="192367" y="34383"/>
                  <a:pt x="203725" y="75241"/>
                  <a:pt x="205524" y="119234"/>
                </a:cubicBezTo>
                <a:lnTo>
                  <a:pt x="262777" y="119234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66"/>
          <p:cNvSpPr/>
          <p:nvPr/>
        </p:nvSpPr>
        <p:spPr>
          <a:xfrm>
            <a:off x="5354640" y="6243840"/>
            <a:ext cx="647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110" spc="-1" strike="noStrike">
                <a:solidFill>
                  <a:srgbClr val="1e293b"/>
                </a:solidFill>
                <a:latin typeface="Quattrocento Sans"/>
                <a:ea typeface="Quattrocento Sans"/>
              </a:rPr>
              <a:t>Клиенти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67"/>
          <p:cNvSpPr/>
          <p:nvPr/>
        </p:nvSpPr>
        <p:spPr>
          <a:xfrm>
            <a:off x="6275520" y="6077160"/>
            <a:ext cx="209160" cy="209160"/>
          </a:xfrm>
          <a:custGeom>
            <a:avLst/>
            <a:gdLst>
              <a:gd name="textAreaLeft" fmla="*/ 0 w 209160"/>
              <a:gd name="textAreaRight" fmla="*/ 210600 w 209160"/>
              <a:gd name="textAreaTop" fmla="*/ 0 h 209160"/>
              <a:gd name="textAreaBottom" fmla="*/ 210600 h 209160"/>
            </a:gdLst>
            <a:ahLst/>
            <a:rect l="textAreaLeft" t="textAreaTop" r="textAreaRight" b="textAreaBottom"/>
            <a:pathLst>
              <a:path w="210509" h="210509">
                <a:moveTo>
                  <a:pt x="206645" y="114547"/>
                </a:moveTo>
                <a:cubicBezTo>
                  <a:pt x="211784" y="109407"/>
                  <a:pt x="211784" y="101061"/>
                  <a:pt x="206645" y="95922"/>
                </a:cubicBezTo>
                <a:lnTo>
                  <a:pt x="140860" y="30137"/>
                </a:lnTo>
                <a:cubicBezTo>
                  <a:pt x="135721" y="24998"/>
                  <a:pt x="127375" y="24998"/>
                  <a:pt x="122235" y="30137"/>
                </a:cubicBezTo>
                <a:cubicBezTo>
                  <a:pt x="117096" y="35277"/>
                  <a:pt x="117096" y="43623"/>
                  <a:pt x="122235" y="48763"/>
                </a:cubicBezTo>
                <a:lnTo>
                  <a:pt x="165571" y="92098"/>
                </a:lnTo>
                <a:lnTo>
                  <a:pt x="13157" y="92098"/>
                </a:lnTo>
                <a:cubicBezTo>
                  <a:pt x="5879" y="92098"/>
                  <a:pt x="0" y="97977"/>
                  <a:pt x="0" y="105255"/>
                </a:cubicBezTo>
                <a:cubicBezTo>
                  <a:pt x="0" y="112532"/>
                  <a:pt x="5879" y="118412"/>
                  <a:pt x="13157" y="118412"/>
                </a:cubicBezTo>
                <a:lnTo>
                  <a:pt x="165571" y="118412"/>
                </a:lnTo>
                <a:lnTo>
                  <a:pt x="122235" y="161747"/>
                </a:lnTo>
                <a:cubicBezTo>
                  <a:pt x="117096" y="166886"/>
                  <a:pt x="117096" y="175233"/>
                  <a:pt x="122235" y="180372"/>
                </a:cubicBezTo>
                <a:cubicBezTo>
                  <a:pt x="127375" y="185511"/>
                  <a:pt x="135721" y="185511"/>
                  <a:pt x="140860" y="180372"/>
                </a:cubicBezTo>
                <a:lnTo>
                  <a:pt x="206645" y="114588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Shape 68"/>
          <p:cNvSpPr/>
          <p:nvPr/>
        </p:nvSpPr>
        <p:spPr>
          <a:xfrm>
            <a:off x="6652800" y="5770440"/>
            <a:ext cx="630000" cy="822960"/>
          </a:xfrm>
          <a:custGeom>
            <a:avLst/>
            <a:gdLst>
              <a:gd name="textAreaLeft" fmla="*/ 0 w 630000"/>
              <a:gd name="textAreaRight" fmla="*/ 631440 w 630000"/>
              <a:gd name="textAreaTop" fmla="*/ 0 h 822960"/>
              <a:gd name="textAreaBottom" fmla="*/ 824400 h 822960"/>
            </a:gdLst>
            <a:ahLst/>
            <a:rect l="textAreaLeft" t="textAreaTop" r="textAreaRight" b="textAreaBottom"/>
            <a:pathLst>
              <a:path w="631528" h="824495">
                <a:moveTo>
                  <a:pt x="105257" y="0"/>
                </a:moveTo>
                <a:lnTo>
                  <a:pt x="526271" y="0"/>
                </a:lnTo>
                <a:cubicBezTo>
                  <a:pt x="584403" y="0"/>
                  <a:pt x="631528" y="47125"/>
                  <a:pt x="631528" y="105257"/>
                </a:cubicBezTo>
                <a:lnTo>
                  <a:pt x="631528" y="719238"/>
                </a:lnTo>
                <a:cubicBezTo>
                  <a:pt x="631528" y="777370"/>
                  <a:pt x="584403" y="824495"/>
                  <a:pt x="526271" y="824495"/>
                </a:cubicBezTo>
                <a:lnTo>
                  <a:pt x="105257" y="824495"/>
                </a:lnTo>
                <a:cubicBezTo>
                  <a:pt x="47125" y="824495"/>
                  <a:pt x="0" y="777370"/>
                  <a:pt x="0" y="719238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0096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Shape 69"/>
          <p:cNvSpPr/>
          <p:nvPr/>
        </p:nvSpPr>
        <p:spPr>
          <a:xfrm>
            <a:off x="6855840" y="5910480"/>
            <a:ext cx="228960" cy="261720"/>
          </a:xfrm>
          <a:custGeom>
            <a:avLst/>
            <a:gdLst>
              <a:gd name="textAreaLeft" fmla="*/ 0 w 228960"/>
              <a:gd name="textAreaRight" fmla="*/ 230400 w 228960"/>
              <a:gd name="textAreaTop" fmla="*/ 0 h 261720"/>
              <a:gd name="textAreaBottom" fmla="*/ 263160 h 261720"/>
            </a:gdLst>
            <a:ahLst/>
            <a:rect l="textAreaLeft" t="textAreaTop" r="textAreaRight" b="textAreaBottom"/>
            <a:pathLst>
              <a:path w="230245" h="263137">
                <a:moveTo>
                  <a:pt x="32892" y="16446"/>
                </a:moveTo>
                <a:cubicBezTo>
                  <a:pt x="14750" y="16446"/>
                  <a:pt x="0" y="31196"/>
                  <a:pt x="0" y="49338"/>
                </a:cubicBezTo>
                <a:lnTo>
                  <a:pt x="0" y="82230"/>
                </a:lnTo>
                <a:cubicBezTo>
                  <a:pt x="0" y="100372"/>
                  <a:pt x="14750" y="115122"/>
                  <a:pt x="32892" y="115122"/>
                </a:cubicBezTo>
                <a:lnTo>
                  <a:pt x="197353" y="115122"/>
                </a:lnTo>
                <a:cubicBezTo>
                  <a:pt x="215495" y="115122"/>
                  <a:pt x="230245" y="100372"/>
                  <a:pt x="230245" y="82230"/>
                </a:cubicBezTo>
                <a:lnTo>
                  <a:pt x="230245" y="49338"/>
                </a:lnTo>
                <a:cubicBezTo>
                  <a:pt x="230245" y="31196"/>
                  <a:pt x="215495" y="16446"/>
                  <a:pt x="197353" y="16446"/>
                </a:cubicBezTo>
                <a:lnTo>
                  <a:pt x="32892" y="16446"/>
                </a:lnTo>
                <a:close/>
                <a:moveTo>
                  <a:pt x="143903" y="53450"/>
                </a:moveTo>
                <a:cubicBezTo>
                  <a:pt x="150710" y="53450"/>
                  <a:pt x="156237" y="58977"/>
                  <a:pt x="156237" y="65784"/>
                </a:cubicBezTo>
                <a:cubicBezTo>
                  <a:pt x="156237" y="72592"/>
                  <a:pt x="150710" y="78119"/>
                  <a:pt x="143903" y="78119"/>
                </a:cubicBezTo>
                <a:cubicBezTo>
                  <a:pt x="137095" y="78119"/>
                  <a:pt x="131568" y="72592"/>
                  <a:pt x="131568" y="65784"/>
                </a:cubicBezTo>
                <a:cubicBezTo>
                  <a:pt x="131568" y="58977"/>
                  <a:pt x="137095" y="53450"/>
                  <a:pt x="143903" y="53450"/>
                </a:cubicBezTo>
                <a:close/>
                <a:moveTo>
                  <a:pt x="172683" y="65784"/>
                </a:moveTo>
                <a:cubicBezTo>
                  <a:pt x="172683" y="58977"/>
                  <a:pt x="178210" y="53450"/>
                  <a:pt x="185018" y="53450"/>
                </a:cubicBezTo>
                <a:cubicBezTo>
                  <a:pt x="191826" y="53450"/>
                  <a:pt x="197353" y="58977"/>
                  <a:pt x="197353" y="65784"/>
                </a:cubicBezTo>
                <a:cubicBezTo>
                  <a:pt x="197353" y="72592"/>
                  <a:pt x="191826" y="78119"/>
                  <a:pt x="185018" y="78119"/>
                </a:cubicBezTo>
                <a:cubicBezTo>
                  <a:pt x="178210" y="78119"/>
                  <a:pt x="172683" y="72592"/>
                  <a:pt x="172683" y="65784"/>
                </a:cubicBezTo>
                <a:close/>
                <a:moveTo>
                  <a:pt x="32892" y="148014"/>
                </a:moveTo>
                <a:cubicBezTo>
                  <a:pt x="14750" y="148014"/>
                  <a:pt x="0" y="162764"/>
                  <a:pt x="0" y="180906"/>
                </a:cubicBezTo>
                <a:lnTo>
                  <a:pt x="0" y="213799"/>
                </a:lnTo>
                <a:cubicBezTo>
                  <a:pt x="0" y="231941"/>
                  <a:pt x="14750" y="246691"/>
                  <a:pt x="32892" y="246691"/>
                </a:cubicBezTo>
                <a:lnTo>
                  <a:pt x="197353" y="246691"/>
                </a:lnTo>
                <a:cubicBezTo>
                  <a:pt x="215495" y="246691"/>
                  <a:pt x="230245" y="231941"/>
                  <a:pt x="230245" y="213799"/>
                </a:cubicBezTo>
                <a:lnTo>
                  <a:pt x="230245" y="180906"/>
                </a:lnTo>
                <a:cubicBezTo>
                  <a:pt x="230245" y="162764"/>
                  <a:pt x="215495" y="148014"/>
                  <a:pt x="197353" y="148014"/>
                </a:cubicBezTo>
                <a:lnTo>
                  <a:pt x="32892" y="148014"/>
                </a:lnTo>
                <a:close/>
                <a:moveTo>
                  <a:pt x="143903" y="185018"/>
                </a:moveTo>
                <a:cubicBezTo>
                  <a:pt x="150710" y="185018"/>
                  <a:pt x="156237" y="190545"/>
                  <a:pt x="156237" y="197353"/>
                </a:cubicBezTo>
                <a:cubicBezTo>
                  <a:pt x="156237" y="204160"/>
                  <a:pt x="150710" y="209687"/>
                  <a:pt x="143903" y="209687"/>
                </a:cubicBezTo>
                <a:cubicBezTo>
                  <a:pt x="137095" y="209687"/>
                  <a:pt x="131568" y="204160"/>
                  <a:pt x="131568" y="197353"/>
                </a:cubicBezTo>
                <a:cubicBezTo>
                  <a:pt x="131568" y="190545"/>
                  <a:pt x="137095" y="185018"/>
                  <a:pt x="143903" y="185018"/>
                </a:cubicBezTo>
                <a:close/>
                <a:moveTo>
                  <a:pt x="172683" y="197353"/>
                </a:moveTo>
                <a:cubicBezTo>
                  <a:pt x="172683" y="190545"/>
                  <a:pt x="178210" y="185018"/>
                  <a:pt x="185018" y="185018"/>
                </a:cubicBezTo>
                <a:cubicBezTo>
                  <a:pt x="191826" y="185018"/>
                  <a:pt x="197353" y="190545"/>
                  <a:pt x="197353" y="197353"/>
                </a:cubicBezTo>
                <a:cubicBezTo>
                  <a:pt x="197353" y="204160"/>
                  <a:pt x="191826" y="209687"/>
                  <a:pt x="185018" y="209687"/>
                </a:cubicBezTo>
                <a:cubicBezTo>
                  <a:pt x="178210" y="209687"/>
                  <a:pt x="172683" y="204160"/>
                  <a:pt x="172683" y="1973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70"/>
          <p:cNvSpPr/>
          <p:nvPr/>
        </p:nvSpPr>
        <p:spPr>
          <a:xfrm>
            <a:off x="6724800" y="6243840"/>
            <a:ext cx="524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11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Nginx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71"/>
          <p:cNvSpPr/>
          <p:nvPr/>
        </p:nvSpPr>
        <p:spPr>
          <a:xfrm>
            <a:off x="7451280" y="6077160"/>
            <a:ext cx="209160" cy="209160"/>
          </a:xfrm>
          <a:custGeom>
            <a:avLst/>
            <a:gdLst>
              <a:gd name="textAreaLeft" fmla="*/ 0 w 209160"/>
              <a:gd name="textAreaRight" fmla="*/ 210600 w 209160"/>
              <a:gd name="textAreaTop" fmla="*/ 0 h 209160"/>
              <a:gd name="textAreaBottom" fmla="*/ 210600 h 209160"/>
            </a:gdLst>
            <a:ahLst/>
            <a:rect l="textAreaLeft" t="textAreaTop" r="textAreaRight" b="textAreaBottom"/>
            <a:pathLst>
              <a:path w="210509" h="210509">
                <a:moveTo>
                  <a:pt x="206645" y="114547"/>
                </a:moveTo>
                <a:cubicBezTo>
                  <a:pt x="211784" y="109407"/>
                  <a:pt x="211784" y="101061"/>
                  <a:pt x="206645" y="95922"/>
                </a:cubicBezTo>
                <a:lnTo>
                  <a:pt x="140860" y="30137"/>
                </a:lnTo>
                <a:cubicBezTo>
                  <a:pt x="135721" y="24998"/>
                  <a:pt x="127375" y="24998"/>
                  <a:pt x="122235" y="30137"/>
                </a:cubicBezTo>
                <a:cubicBezTo>
                  <a:pt x="117096" y="35277"/>
                  <a:pt x="117096" y="43623"/>
                  <a:pt x="122235" y="48763"/>
                </a:cubicBezTo>
                <a:lnTo>
                  <a:pt x="165571" y="92098"/>
                </a:lnTo>
                <a:lnTo>
                  <a:pt x="13157" y="92098"/>
                </a:lnTo>
                <a:cubicBezTo>
                  <a:pt x="5879" y="92098"/>
                  <a:pt x="0" y="97977"/>
                  <a:pt x="0" y="105255"/>
                </a:cubicBezTo>
                <a:cubicBezTo>
                  <a:pt x="0" y="112532"/>
                  <a:pt x="5879" y="118412"/>
                  <a:pt x="13157" y="118412"/>
                </a:cubicBezTo>
                <a:lnTo>
                  <a:pt x="165571" y="118412"/>
                </a:lnTo>
                <a:lnTo>
                  <a:pt x="122235" y="161747"/>
                </a:lnTo>
                <a:cubicBezTo>
                  <a:pt x="117096" y="166886"/>
                  <a:pt x="117096" y="175233"/>
                  <a:pt x="122235" y="180372"/>
                </a:cubicBezTo>
                <a:cubicBezTo>
                  <a:pt x="127375" y="185511"/>
                  <a:pt x="135721" y="185511"/>
                  <a:pt x="140860" y="180372"/>
                </a:cubicBezTo>
                <a:lnTo>
                  <a:pt x="206645" y="114588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72"/>
          <p:cNvSpPr/>
          <p:nvPr/>
        </p:nvSpPr>
        <p:spPr>
          <a:xfrm>
            <a:off x="7828200" y="5831640"/>
            <a:ext cx="621360" cy="314280"/>
          </a:xfrm>
          <a:custGeom>
            <a:avLst/>
            <a:gdLst>
              <a:gd name="textAreaLeft" fmla="*/ 0 w 621360"/>
              <a:gd name="textAreaRight" fmla="*/ 622800 w 621360"/>
              <a:gd name="textAreaTop" fmla="*/ 0 h 314280"/>
              <a:gd name="textAreaBottom" fmla="*/ 315720 h 314280"/>
            </a:gdLst>
            <a:ahLst/>
            <a:rect l="textAreaLeft" t="textAreaTop" r="textAreaRight" b="textAreaBottom"/>
            <a:pathLst>
              <a:path w="622757" h="315764">
                <a:moveTo>
                  <a:pt x="70169" y="0"/>
                </a:moveTo>
                <a:lnTo>
                  <a:pt x="552588" y="0"/>
                </a:lnTo>
                <a:cubicBezTo>
                  <a:pt x="591315" y="0"/>
                  <a:pt x="622757" y="31442"/>
                  <a:pt x="622757" y="70169"/>
                </a:cubicBezTo>
                <a:lnTo>
                  <a:pt x="622757" y="245595"/>
                </a:lnTo>
                <a:cubicBezTo>
                  <a:pt x="622757" y="284348"/>
                  <a:pt x="591341" y="315764"/>
                  <a:pt x="552588" y="315764"/>
                </a:cubicBezTo>
                <a:lnTo>
                  <a:pt x="70169" y="315764"/>
                </a:lnTo>
                <a:cubicBezTo>
                  <a:pt x="31442" y="315764"/>
                  <a:pt x="0" y="284322"/>
                  <a:pt x="0" y="245595"/>
                </a:cubicBezTo>
                <a:lnTo>
                  <a:pt x="0" y="70169"/>
                </a:lnTo>
                <a:cubicBezTo>
                  <a:pt x="0" y="31416"/>
                  <a:pt x="31416" y="0"/>
                  <a:pt x="70169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73"/>
          <p:cNvSpPr/>
          <p:nvPr/>
        </p:nvSpPr>
        <p:spPr>
          <a:xfrm>
            <a:off x="7867800" y="5901840"/>
            <a:ext cx="5425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6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Frontend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74"/>
          <p:cNvSpPr/>
          <p:nvPr/>
        </p:nvSpPr>
        <p:spPr>
          <a:xfrm>
            <a:off x="7828200" y="6217560"/>
            <a:ext cx="621360" cy="314280"/>
          </a:xfrm>
          <a:custGeom>
            <a:avLst/>
            <a:gdLst>
              <a:gd name="textAreaLeft" fmla="*/ 0 w 621360"/>
              <a:gd name="textAreaRight" fmla="*/ 622800 w 621360"/>
              <a:gd name="textAreaTop" fmla="*/ 0 h 314280"/>
              <a:gd name="textAreaBottom" fmla="*/ 315720 h 314280"/>
            </a:gdLst>
            <a:ahLst/>
            <a:rect l="textAreaLeft" t="textAreaTop" r="textAreaRight" b="textAreaBottom"/>
            <a:pathLst>
              <a:path w="622757" h="315764">
                <a:moveTo>
                  <a:pt x="70169" y="0"/>
                </a:moveTo>
                <a:lnTo>
                  <a:pt x="552588" y="0"/>
                </a:lnTo>
                <a:cubicBezTo>
                  <a:pt x="591315" y="0"/>
                  <a:pt x="622757" y="31442"/>
                  <a:pt x="622757" y="70169"/>
                </a:cubicBezTo>
                <a:lnTo>
                  <a:pt x="622757" y="245595"/>
                </a:lnTo>
                <a:cubicBezTo>
                  <a:pt x="622757" y="284348"/>
                  <a:pt x="591341" y="315764"/>
                  <a:pt x="552588" y="315764"/>
                </a:cubicBezTo>
                <a:lnTo>
                  <a:pt x="70169" y="315764"/>
                </a:lnTo>
                <a:cubicBezTo>
                  <a:pt x="31442" y="315764"/>
                  <a:pt x="0" y="284322"/>
                  <a:pt x="0" y="245595"/>
                </a:cubicBezTo>
                <a:lnTo>
                  <a:pt x="0" y="70169"/>
                </a:lnTo>
                <a:cubicBezTo>
                  <a:pt x="0" y="31416"/>
                  <a:pt x="31416" y="0"/>
                  <a:pt x="70169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75"/>
          <p:cNvSpPr/>
          <p:nvPr/>
        </p:nvSpPr>
        <p:spPr>
          <a:xfrm>
            <a:off x="7867800" y="6287760"/>
            <a:ext cx="54252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6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Backend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 76"/>
          <p:cNvSpPr/>
          <p:nvPr/>
        </p:nvSpPr>
        <p:spPr>
          <a:xfrm>
            <a:off x="10493640" y="5936760"/>
            <a:ext cx="117396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2070" spc="-1" strike="noStrike">
                <a:solidFill>
                  <a:srgbClr val="009639"/>
                </a:solidFill>
                <a:latin typeface="Quattrocento Sans"/>
                <a:ea typeface="Quattrocento Sans"/>
              </a:rPr>
              <a:t>80/443</a:t>
            </a:r>
            <a:endParaRPr b="0" lang="en-US" sz="2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77"/>
          <p:cNvSpPr/>
          <p:nvPr/>
        </p:nvSpPr>
        <p:spPr>
          <a:xfrm>
            <a:off x="10515600" y="6252840"/>
            <a:ext cx="11520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</a:pPr>
            <a:r>
              <a:rPr b="0" lang="en-US" sz="96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HTTP/HTTPS порти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Shape 0"/>
          <p:cNvSpPr/>
          <p:nvPr/>
        </p:nvSpPr>
        <p:spPr>
          <a:xfrm>
            <a:off x="344160" y="344160"/>
            <a:ext cx="411480" cy="411480"/>
          </a:xfrm>
          <a:custGeom>
            <a:avLst/>
            <a:gdLst>
              <a:gd name="textAreaLeft" fmla="*/ 0 w 411480"/>
              <a:gd name="textAreaRight" fmla="*/ 412920 w 411480"/>
              <a:gd name="textAreaTop" fmla="*/ 0 h 411480"/>
              <a:gd name="textAreaBottom" fmla="*/ 412920 h 411480"/>
            </a:gdLst>
            <a:ahLst/>
            <a:rect l="textAreaLeft" t="textAreaTop" r="textAreaRight" b="textAreaBottom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Shape 1"/>
          <p:cNvSpPr/>
          <p:nvPr/>
        </p:nvSpPr>
        <p:spPr>
          <a:xfrm>
            <a:off x="486000" y="464760"/>
            <a:ext cx="127800" cy="170640"/>
          </a:xfrm>
          <a:custGeom>
            <a:avLst/>
            <a:gdLst>
              <a:gd name="textAreaLeft" fmla="*/ 0 w 127800"/>
              <a:gd name="textAreaRight" fmla="*/ 129240 w 127800"/>
              <a:gd name="textAreaTop" fmla="*/ 0 h 170640"/>
              <a:gd name="textAreaBottom" fmla="*/ 172080 h 170640"/>
            </a:gdLst>
            <a:ahLst/>
            <a:rect l="textAreaLeft" t="textAreaTop" r="textAreaRight" b="textAreaBottom"/>
            <a:pathLst>
              <a:path w="129061" h="172082">
                <a:moveTo>
                  <a:pt x="98443" y="129061"/>
                </a:moveTo>
                <a:cubicBezTo>
                  <a:pt x="100896" y="121566"/>
                  <a:pt x="105803" y="114777"/>
                  <a:pt x="111349" y="108929"/>
                </a:cubicBezTo>
                <a:cubicBezTo>
                  <a:pt x="122339" y="97367"/>
                  <a:pt x="129061" y="81739"/>
                  <a:pt x="129061" y="64531"/>
                </a:cubicBezTo>
                <a:cubicBezTo>
                  <a:pt x="129061" y="28904"/>
                  <a:pt x="100157" y="0"/>
                  <a:pt x="64531" y="0"/>
                </a:cubicBezTo>
                <a:cubicBezTo>
                  <a:pt x="28904" y="0"/>
                  <a:pt x="0" y="28904"/>
                  <a:pt x="0" y="64531"/>
                </a:cubicBezTo>
                <a:cubicBezTo>
                  <a:pt x="0" y="81739"/>
                  <a:pt x="6722" y="97367"/>
                  <a:pt x="17712" y="108929"/>
                </a:cubicBezTo>
                <a:cubicBezTo>
                  <a:pt x="23258" y="114777"/>
                  <a:pt x="28199" y="121566"/>
                  <a:pt x="30618" y="129061"/>
                </a:cubicBezTo>
                <a:lnTo>
                  <a:pt x="98409" y="129061"/>
                </a:lnTo>
                <a:close/>
                <a:moveTo>
                  <a:pt x="96796" y="145194"/>
                </a:moveTo>
                <a:lnTo>
                  <a:pt x="32265" y="145194"/>
                </a:lnTo>
                <a:lnTo>
                  <a:pt x="32265" y="150572"/>
                </a:lnTo>
                <a:cubicBezTo>
                  <a:pt x="32265" y="165427"/>
                  <a:pt x="44298" y="177459"/>
                  <a:pt x="59153" y="177459"/>
                </a:cubicBezTo>
                <a:lnTo>
                  <a:pt x="69908" y="177459"/>
                </a:lnTo>
                <a:cubicBezTo>
                  <a:pt x="84764" y="177459"/>
                  <a:pt x="96796" y="165427"/>
                  <a:pt x="96796" y="150572"/>
                </a:cubicBezTo>
                <a:lnTo>
                  <a:pt x="96796" y="145194"/>
                </a:lnTo>
                <a:close/>
                <a:moveTo>
                  <a:pt x="61842" y="37643"/>
                </a:moveTo>
                <a:cubicBezTo>
                  <a:pt x="48465" y="37643"/>
                  <a:pt x="37643" y="48465"/>
                  <a:pt x="37643" y="61842"/>
                </a:cubicBezTo>
                <a:cubicBezTo>
                  <a:pt x="37643" y="66312"/>
                  <a:pt x="34047" y="69908"/>
                  <a:pt x="29577" y="69908"/>
                </a:cubicBezTo>
                <a:cubicBezTo>
                  <a:pt x="25106" y="69908"/>
                  <a:pt x="21510" y="66312"/>
                  <a:pt x="21510" y="61842"/>
                </a:cubicBezTo>
                <a:cubicBezTo>
                  <a:pt x="21510" y="39559"/>
                  <a:pt x="39559" y="21510"/>
                  <a:pt x="61842" y="21510"/>
                </a:cubicBezTo>
                <a:cubicBezTo>
                  <a:pt x="66312" y="21510"/>
                  <a:pt x="69908" y="25106"/>
                  <a:pt x="69908" y="29577"/>
                </a:cubicBezTo>
                <a:cubicBezTo>
                  <a:pt x="69908" y="34047"/>
                  <a:pt x="66312" y="37643"/>
                  <a:pt x="61842" y="376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2"/>
          <p:cNvSpPr/>
          <p:nvPr/>
        </p:nvSpPr>
        <p:spPr>
          <a:xfrm>
            <a:off x="860400" y="344160"/>
            <a:ext cx="55393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25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Иновации и Предимства</a:t>
            </a:r>
            <a:endParaRPr b="0" lang="en-US" sz="3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 3"/>
          <p:cNvSpPr/>
          <p:nvPr/>
        </p:nvSpPr>
        <p:spPr>
          <a:xfrm>
            <a:off x="860400" y="825840"/>
            <a:ext cx="110721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Какво отличава SchoolSync от другите решения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4"/>
          <p:cNvSpPr/>
          <p:nvPr/>
        </p:nvSpPr>
        <p:spPr>
          <a:xfrm>
            <a:off x="344160" y="1239120"/>
            <a:ext cx="5677200" cy="2226960"/>
          </a:xfrm>
          <a:custGeom>
            <a:avLst/>
            <a:gdLst>
              <a:gd name="textAreaLeft" fmla="*/ 0 w 5677200"/>
              <a:gd name="textAreaRight" fmla="*/ 5678640 w 5677200"/>
              <a:gd name="textAreaTop" fmla="*/ 0 h 2226960"/>
              <a:gd name="textAreaBottom" fmla="*/ 2228400 h 2226960"/>
            </a:gdLst>
            <a:ahLst/>
            <a:rect l="textAreaLeft" t="textAreaTop" r="textAreaRight" b="textAreaBottom"/>
            <a:pathLst>
              <a:path w="5678701" h="2228460">
                <a:moveTo>
                  <a:pt x="137674" y="0"/>
                </a:moveTo>
                <a:lnTo>
                  <a:pt x="5541027" y="0"/>
                </a:lnTo>
                <a:cubicBezTo>
                  <a:pt x="5617063" y="0"/>
                  <a:pt x="5678701" y="61639"/>
                  <a:pt x="5678701" y="137674"/>
                </a:cubicBezTo>
                <a:lnTo>
                  <a:pt x="5678701" y="2090786"/>
                </a:lnTo>
                <a:cubicBezTo>
                  <a:pt x="5678701" y="2166821"/>
                  <a:pt x="5617063" y="2228460"/>
                  <a:pt x="5541027" y="2228460"/>
                </a:cubicBezTo>
                <a:lnTo>
                  <a:pt x="137674" y="2228460"/>
                </a:lnTo>
                <a:cubicBezTo>
                  <a:pt x="61639" y="2228460"/>
                  <a:pt x="0" y="2166821"/>
                  <a:pt x="0" y="2090786"/>
                </a:cubicBezTo>
                <a:lnTo>
                  <a:pt x="0" y="137674"/>
                </a:lnTo>
                <a:cubicBezTo>
                  <a:pt x="0" y="61639"/>
                  <a:pt x="61639" y="0"/>
                  <a:pt x="137674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15280" dir="5400000" dist="172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5"/>
          <p:cNvSpPr/>
          <p:nvPr/>
        </p:nvSpPr>
        <p:spPr>
          <a:xfrm>
            <a:off x="550800" y="1445400"/>
            <a:ext cx="549360" cy="549360"/>
          </a:xfrm>
          <a:custGeom>
            <a:avLst/>
            <a:gdLst>
              <a:gd name="textAreaLeft" fmla="*/ 0 w 549360"/>
              <a:gd name="textAreaRight" fmla="*/ 550800 w 549360"/>
              <a:gd name="textAreaTop" fmla="*/ 0 h 549360"/>
              <a:gd name="textAreaBottom" fmla="*/ 550800 h 549360"/>
            </a:gdLst>
            <a:ahLst/>
            <a:rect l="textAreaLeft" t="textAreaTop" r="textAreaRight" b="textAreaBottom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6"/>
          <p:cNvSpPr/>
          <p:nvPr/>
        </p:nvSpPr>
        <p:spPr>
          <a:xfrm>
            <a:off x="715320" y="1591920"/>
            <a:ext cx="224280" cy="256680"/>
          </a:xfrm>
          <a:custGeom>
            <a:avLst/>
            <a:gdLst>
              <a:gd name="textAreaLeft" fmla="*/ 0 w 224280"/>
              <a:gd name="textAreaRight" fmla="*/ 225720 w 224280"/>
              <a:gd name="textAreaTop" fmla="*/ 0 h 256680"/>
              <a:gd name="textAreaBottom" fmla="*/ 258120 h 256680"/>
            </a:gdLst>
            <a:ahLst/>
            <a:rect l="textAreaLeft" t="textAreaTop" r="textAreaRight" b="textAreaBottom"/>
            <a:pathLst>
              <a:path w="225857" h="258123">
                <a:moveTo>
                  <a:pt x="225857" y="103753"/>
                </a:moveTo>
                <a:cubicBezTo>
                  <a:pt x="218396" y="108694"/>
                  <a:pt x="209826" y="112677"/>
                  <a:pt x="200902" y="115853"/>
                </a:cubicBezTo>
                <a:cubicBezTo>
                  <a:pt x="177207" y="124322"/>
                  <a:pt x="146102" y="129061"/>
                  <a:pt x="112929" y="129061"/>
                </a:cubicBezTo>
                <a:cubicBezTo>
                  <a:pt x="79756" y="129061"/>
                  <a:pt x="48600" y="124272"/>
                  <a:pt x="24955" y="115853"/>
                </a:cubicBezTo>
                <a:cubicBezTo>
                  <a:pt x="16082" y="112677"/>
                  <a:pt x="7461" y="108694"/>
                  <a:pt x="0" y="103753"/>
                </a:cubicBezTo>
                <a:lnTo>
                  <a:pt x="0" y="145194"/>
                </a:lnTo>
                <a:cubicBezTo>
                  <a:pt x="0" y="167477"/>
                  <a:pt x="50566" y="185526"/>
                  <a:pt x="112929" y="185526"/>
                </a:cubicBezTo>
                <a:cubicBezTo>
                  <a:pt x="175292" y="185526"/>
                  <a:pt x="225857" y="167477"/>
                  <a:pt x="225857" y="145194"/>
                </a:cubicBezTo>
                <a:lnTo>
                  <a:pt x="225857" y="103753"/>
                </a:lnTo>
                <a:close/>
                <a:moveTo>
                  <a:pt x="225857" y="64531"/>
                </a:moveTo>
                <a:lnTo>
                  <a:pt x="225857" y="40332"/>
                </a:lnTo>
                <a:cubicBezTo>
                  <a:pt x="225857" y="18048"/>
                  <a:pt x="175292" y="0"/>
                  <a:pt x="112929" y="0"/>
                </a:cubicBezTo>
                <a:cubicBezTo>
                  <a:pt x="50566" y="0"/>
                  <a:pt x="0" y="18048"/>
                  <a:pt x="0" y="40332"/>
                </a:cubicBezTo>
                <a:lnTo>
                  <a:pt x="0" y="64531"/>
                </a:lnTo>
                <a:cubicBezTo>
                  <a:pt x="0" y="86814"/>
                  <a:pt x="50566" y="104862"/>
                  <a:pt x="112929" y="104862"/>
                </a:cubicBezTo>
                <a:cubicBezTo>
                  <a:pt x="175292" y="104862"/>
                  <a:pt x="225857" y="86814"/>
                  <a:pt x="225857" y="64531"/>
                </a:cubicBezTo>
                <a:close/>
                <a:moveTo>
                  <a:pt x="200902" y="196516"/>
                </a:moveTo>
                <a:cubicBezTo>
                  <a:pt x="177258" y="204935"/>
                  <a:pt x="146152" y="209725"/>
                  <a:pt x="112929" y="209725"/>
                </a:cubicBezTo>
                <a:cubicBezTo>
                  <a:pt x="79705" y="209725"/>
                  <a:pt x="48600" y="204935"/>
                  <a:pt x="24955" y="196516"/>
                </a:cubicBezTo>
                <a:cubicBezTo>
                  <a:pt x="16082" y="193340"/>
                  <a:pt x="7461" y="189357"/>
                  <a:pt x="0" y="184417"/>
                </a:cubicBezTo>
                <a:lnTo>
                  <a:pt x="0" y="217791"/>
                </a:lnTo>
                <a:cubicBezTo>
                  <a:pt x="0" y="240074"/>
                  <a:pt x="50566" y="258123"/>
                  <a:pt x="112929" y="258123"/>
                </a:cubicBezTo>
                <a:cubicBezTo>
                  <a:pt x="175292" y="258123"/>
                  <a:pt x="225857" y="240074"/>
                  <a:pt x="225857" y="217791"/>
                </a:cubicBezTo>
                <a:lnTo>
                  <a:pt x="225857" y="184417"/>
                </a:lnTo>
                <a:cubicBezTo>
                  <a:pt x="218396" y="189357"/>
                  <a:pt x="209826" y="193340"/>
                  <a:pt x="200902" y="1965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7"/>
          <p:cNvSpPr/>
          <p:nvPr/>
        </p:nvSpPr>
        <p:spPr>
          <a:xfrm>
            <a:off x="1239120" y="1583280"/>
            <a:ext cx="196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20" spc="-1" strike="noStrike">
                <a:solidFill>
                  <a:srgbClr val="ffffff"/>
                </a:solidFill>
                <a:latin typeface="Liter"/>
                <a:ea typeface="Liter"/>
              </a:rPr>
              <a:t>Schema-per-School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8"/>
          <p:cNvSpPr/>
          <p:nvPr/>
        </p:nvSpPr>
        <p:spPr>
          <a:xfrm>
            <a:off x="550800" y="2133720"/>
            <a:ext cx="5341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2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Мулти-тенанси архитектура с изолация на ниво база данни - рядко срещано в училищни проекти.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9"/>
          <p:cNvSpPr/>
          <p:nvPr/>
        </p:nvSpPr>
        <p:spPr>
          <a:xfrm>
            <a:off x="559440" y="280908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10"/>
          <p:cNvSpPr/>
          <p:nvPr/>
        </p:nvSpPr>
        <p:spPr>
          <a:xfrm>
            <a:off x="791640" y="2774880"/>
            <a:ext cx="19504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Пълна изолация на данни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11"/>
          <p:cNvSpPr/>
          <p:nvPr/>
        </p:nvSpPr>
        <p:spPr>
          <a:xfrm>
            <a:off x="559440" y="308448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Text 12"/>
          <p:cNvSpPr/>
          <p:nvPr/>
        </p:nvSpPr>
        <p:spPr>
          <a:xfrm>
            <a:off x="791640" y="3050280"/>
            <a:ext cx="24080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Споделена инфраструктура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3"/>
          <p:cNvSpPr/>
          <p:nvPr/>
        </p:nvSpPr>
        <p:spPr>
          <a:xfrm>
            <a:off x="6164280" y="1239120"/>
            <a:ext cx="5677200" cy="2226960"/>
          </a:xfrm>
          <a:custGeom>
            <a:avLst/>
            <a:gdLst>
              <a:gd name="textAreaLeft" fmla="*/ 0 w 5677200"/>
              <a:gd name="textAreaRight" fmla="*/ 5678640 w 5677200"/>
              <a:gd name="textAreaTop" fmla="*/ 0 h 2226960"/>
              <a:gd name="textAreaBottom" fmla="*/ 2228400 h 2226960"/>
            </a:gdLst>
            <a:ahLst/>
            <a:rect l="textAreaLeft" t="textAreaTop" r="textAreaRight" b="textAreaBottom"/>
            <a:pathLst>
              <a:path w="5678701" h="2228460">
                <a:moveTo>
                  <a:pt x="137674" y="0"/>
                </a:moveTo>
                <a:lnTo>
                  <a:pt x="5541027" y="0"/>
                </a:lnTo>
                <a:cubicBezTo>
                  <a:pt x="5617063" y="0"/>
                  <a:pt x="5678701" y="61639"/>
                  <a:pt x="5678701" y="137674"/>
                </a:cubicBezTo>
                <a:lnTo>
                  <a:pt x="5678701" y="2090786"/>
                </a:lnTo>
                <a:cubicBezTo>
                  <a:pt x="5678701" y="2166821"/>
                  <a:pt x="5617063" y="2228460"/>
                  <a:pt x="5541027" y="2228460"/>
                </a:cubicBezTo>
                <a:lnTo>
                  <a:pt x="137674" y="2228460"/>
                </a:lnTo>
                <a:cubicBezTo>
                  <a:pt x="61639" y="2228460"/>
                  <a:pt x="0" y="2166821"/>
                  <a:pt x="0" y="2090786"/>
                </a:cubicBezTo>
                <a:lnTo>
                  <a:pt x="0" y="137674"/>
                </a:lnTo>
                <a:cubicBezTo>
                  <a:pt x="0" y="61639"/>
                  <a:pt x="61639" y="0"/>
                  <a:pt x="137674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15280" dir="5400000" dist="172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4"/>
          <p:cNvSpPr/>
          <p:nvPr/>
        </p:nvSpPr>
        <p:spPr>
          <a:xfrm>
            <a:off x="6370920" y="1445400"/>
            <a:ext cx="549360" cy="549360"/>
          </a:xfrm>
          <a:custGeom>
            <a:avLst/>
            <a:gdLst>
              <a:gd name="textAreaLeft" fmla="*/ 0 w 549360"/>
              <a:gd name="textAreaRight" fmla="*/ 550800 w 549360"/>
              <a:gd name="textAreaTop" fmla="*/ 0 h 549360"/>
              <a:gd name="textAreaBottom" fmla="*/ 550800 h 549360"/>
            </a:gdLst>
            <a:ahLst/>
            <a:rect l="textAreaLeft" t="textAreaTop" r="textAreaRight" b="textAreaBottom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15"/>
          <p:cNvSpPr/>
          <p:nvPr/>
        </p:nvSpPr>
        <p:spPr>
          <a:xfrm>
            <a:off x="6519240" y="1591920"/>
            <a:ext cx="256680" cy="256680"/>
          </a:xfrm>
          <a:custGeom>
            <a:avLst/>
            <a:gdLst>
              <a:gd name="textAreaLeft" fmla="*/ 0 w 256680"/>
              <a:gd name="textAreaRight" fmla="*/ 258120 w 256680"/>
              <a:gd name="textAreaTop" fmla="*/ 0 h 256680"/>
              <a:gd name="textAreaBottom" fmla="*/ 258120 h 256680"/>
            </a:gdLst>
            <a:ahLst/>
            <a:rect l="textAreaLeft" t="textAreaTop" r="textAreaRight" b="textAreaBottom"/>
            <a:pathLst>
              <a:path w="258123" h="258123">
                <a:moveTo>
                  <a:pt x="0" y="40332"/>
                </a:moveTo>
                <a:cubicBezTo>
                  <a:pt x="0" y="26972"/>
                  <a:pt x="10839" y="16133"/>
                  <a:pt x="24199" y="16133"/>
                </a:cubicBezTo>
                <a:lnTo>
                  <a:pt x="72597" y="16133"/>
                </a:lnTo>
                <a:cubicBezTo>
                  <a:pt x="85957" y="16133"/>
                  <a:pt x="96796" y="26972"/>
                  <a:pt x="96796" y="40332"/>
                </a:cubicBezTo>
                <a:lnTo>
                  <a:pt x="96796" y="48398"/>
                </a:lnTo>
                <a:lnTo>
                  <a:pt x="161327" y="48398"/>
                </a:lnTo>
                <a:lnTo>
                  <a:pt x="161327" y="40332"/>
                </a:lnTo>
                <a:cubicBezTo>
                  <a:pt x="161327" y="26972"/>
                  <a:pt x="172166" y="16133"/>
                  <a:pt x="185526" y="16133"/>
                </a:cubicBezTo>
                <a:lnTo>
                  <a:pt x="233924" y="16133"/>
                </a:lnTo>
                <a:cubicBezTo>
                  <a:pt x="247284" y="16133"/>
                  <a:pt x="258123" y="26972"/>
                  <a:pt x="258123" y="40332"/>
                </a:cubicBezTo>
                <a:lnTo>
                  <a:pt x="258123" y="88730"/>
                </a:lnTo>
                <a:cubicBezTo>
                  <a:pt x="258123" y="102090"/>
                  <a:pt x="247284" y="112929"/>
                  <a:pt x="233924" y="112929"/>
                </a:cubicBezTo>
                <a:lnTo>
                  <a:pt x="185526" y="112929"/>
                </a:lnTo>
                <a:cubicBezTo>
                  <a:pt x="172166" y="112929"/>
                  <a:pt x="161327" y="102090"/>
                  <a:pt x="161327" y="88730"/>
                </a:cubicBezTo>
                <a:lnTo>
                  <a:pt x="161327" y="80663"/>
                </a:lnTo>
                <a:lnTo>
                  <a:pt x="96796" y="80663"/>
                </a:lnTo>
                <a:lnTo>
                  <a:pt x="96796" y="88730"/>
                </a:lnTo>
                <a:cubicBezTo>
                  <a:pt x="96796" y="92410"/>
                  <a:pt x="95939" y="95939"/>
                  <a:pt x="94477" y="99065"/>
                </a:cubicBezTo>
                <a:lnTo>
                  <a:pt x="129061" y="145194"/>
                </a:lnTo>
                <a:lnTo>
                  <a:pt x="169393" y="145194"/>
                </a:lnTo>
                <a:cubicBezTo>
                  <a:pt x="182753" y="145194"/>
                  <a:pt x="193592" y="156033"/>
                  <a:pt x="193592" y="169393"/>
                </a:cubicBezTo>
                <a:lnTo>
                  <a:pt x="193592" y="217791"/>
                </a:lnTo>
                <a:cubicBezTo>
                  <a:pt x="193592" y="231151"/>
                  <a:pt x="182753" y="241990"/>
                  <a:pt x="169393" y="241990"/>
                </a:cubicBezTo>
                <a:lnTo>
                  <a:pt x="120995" y="241990"/>
                </a:lnTo>
                <a:cubicBezTo>
                  <a:pt x="107635" y="241990"/>
                  <a:pt x="96796" y="231151"/>
                  <a:pt x="96796" y="217791"/>
                </a:cubicBezTo>
                <a:lnTo>
                  <a:pt x="96796" y="169393"/>
                </a:lnTo>
                <a:cubicBezTo>
                  <a:pt x="96796" y="165713"/>
                  <a:pt x="97653" y="162184"/>
                  <a:pt x="99115" y="159058"/>
                </a:cubicBezTo>
                <a:lnTo>
                  <a:pt x="64531" y="112929"/>
                </a:lnTo>
                <a:lnTo>
                  <a:pt x="24199" y="112929"/>
                </a:lnTo>
                <a:cubicBezTo>
                  <a:pt x="10839" y="112929"/>
                  <a:pt x="0" y="102090"/>
                  <a:pt x="0" y="88730"/>
                </a:cubicBezTo>
                <a:lnTo>
                  <a:pt x="0" y="403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16"/>
          <p:cNvSpPr/>
          <p:nvPr/>
        </p:nvSpPr>
        <p:spPr>
          <a:xfrm>
            <a:off x="7059240" y="1583280"/>
            <a:ext cx="276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20" spc="-1" strike="noStrike">
                <a:solidFill>
                  <a:srgbClr val="ffffff"/>
                </a:solidFill>
                <a:latin typeface="Liter"/>
                <a:ea typeface="Liter"/>
              </a:rPr>
              <a:t>Автоматизиран Процес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Text 17"/>
          <p:cNvSpPr/>
          <p:nvPr/>
        </p:nvSpPr>
        <p:spPr>
          <a:xfrm>
            <a:off x="6370920" y="2133720"/>
            <a:ext cx="5341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2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Пълен работен цикъл от заявка до връщане с автоматични имейл известия и QR сканиране.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8"/>
          <p:cNvSpPr/>
          <p:nvPr/>
        </p:nvSpPr>
        <p:spPr>
          <a:xfrm>
            <a:off x="6379560" y="280908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19"/>
          <p:cNvSpPr/>
          <p:nvPr/>
        </p:nvSpPr>
        <p:spPr>
          <a:xfrm>
            <a:off x="6611760" y="2774880"/>
            <a:ext cx="1702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Намалява времето с 90%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0"/>
          <p:cNvSpPr/>
          <p:nvPr/>
        </p:nvSpPr>
        <p:spPr>
          <a:xfrm>
            <a:off x="6379560" y="308448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Text 21"/>
          <p:cNvSpPr/>
          <p:nvPr/>
        </p:nvSpPr>
        <p:spPr>
          <a:xfrm>
            <a:off x="6611760" y="3050280"/>
            <a:ext cx="27597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Няма нужда от ръчно проследяване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2"/>
          <p:cNvSpPr/>
          <p:nvPr/>
        </p:nvSpPr>
        <p:spPr>
          <a:xfrm>
            <a:off x="344160" y="3600720"/>
            <a:ext cx="5677200" cy="2226960"/>
          </a:xfrm>
          <a:custGeom>
            <a:avLst/>
            <a:gdLst>
              <a:gd name="textAreaLeft" fmla="*/ 0 w 5677200"/>
              <a:gd name="textAreaRight" fmla="*/ 5678640 w 5677200"/>
              <a:gd name="textAreaTop" fmla="*/ 0 h 2226960"/>
              <a:gd name="textAreaBottom" fmla="*/ 2228400 h 2226960"/>
            </a:gdLst>
            <a:ahLst/>
            <a:rect l="textAreaLeft" t="textAreaTop" r="textAreaRight" b="textAreaBottom"/>
            <a:pathLst>
              <a:path w="5678701" h="2228460">
                <a:moveTo>
                  <a:pt x="137674" y="0"/>
                </a:moveTo>
                <a:lnTo>
                  <a:pt x="5541027" y="0"/>
                </a:lnTo>
                <a:cubicBezTo>
                  <a:pt x="5617063" y="0"/>
                  <a:pt x="5678701" y="61639"/>
                  <a:pt x="5678701" y="137674"/>
                </a:cubicBezTo>
                <a:lnTo>
                  <a:pt x="5678701" y="2090786"/>
                </a:lnTo>
                <a:cubicBezTo>
                  <a:pt x="5678701" y="2166821"/>
                  <a:pt x="5617063" y="2228460"/>
                  <a:pt x="5541027" y="2228460"/>
                </a:cubicBezTo>
                <a:lnTo>
                  <a:pt x="137674" y="2228460"/>
                </a:lnTo>
                <a:cubicBezTo>
                  <a:pt x="61639" y="2228460"/>
                  <a:pt x="0" y="2166821"/>
                  <a:pt x="0" y="2090786"/>
                </a:cubicBezTo>
                <a:lnTo>
                  <a:pt x="0" y="137674"/>
                </a:lnTo>
                <a:cubicBezTo>
                  <a:pt x="0" y="61639"/>
                  <a:pt x="61639" y="0"/>
                  <a:pt x="137674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15280" dir="5400000" dist="172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23"/>
          <p:cNvSpPr/>
          <p:nvPr/>
        </p:nvSpPr>
        <p:spPr>
          <a:xfrm>
            <a:off x="550800" y="3807360"/>
            <a:ext cx="549360" cy="549360"/>
          </a:xfrm>
          <a:custGeom>
            <a:avLst/>
            <a:gdLst>
              <a:gd name="textAreaLeft" fmla="*/ 0 w 549360"/>
              <a:gd name="textAreaRight" fmla="*/ 550800 w 549360"/>
              <a:gd name="textAreaTop" fmla="*/ 0 h 549360"/>
              <a:gd name="textAreaBottom" fmla="*/ 550800 h 549360"/>
            </a:gdLst>
            <a:ahLst/>
            <a:rect l="textAreaLeft" t="textAreaTop" r="textAreaRight" b="textAreaBottom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4"/>
          <p:cNvSpPr/>
          <p:nvPr/>
        </p:nvSpPr>
        <p:spPr>
          <a:xfrm>
            <a:off x="715320" y="3953520"/>
            <a:ext cx="224280" cy="256680"/>
          </a:xfrm>
          <a:custGeom>
            <a:avLst/>
            <a:gdLst>
              <a:gd name="textAreaLeft" fmla="*/ 0 w 224280"/>
              <a:gd name="textAreaRight" fmla="*/ 225720 w 224280"/>
              <a:gd name="textAreaTop" fmla="*/ 0 h 256680"/>
              <a:gd name="textAreaBottom" fmla="*/ 258120 h 256680"/>
            </a:gdLst>
            <a:ahLst/>
            <a:rect l="textAreaLeft" t="textAreaTop" r="textAreaRight" b="textAreaBottom"/>
            <a:pathLst>
              <a:path w="225857" h="258123">
                <a:moveTo>
                  <a:pt x="32265" y="80663"/>
                </a:moveTo>
                <a:lnTo>
                  <a:pt x="64531" y="80663"/>
                </a:lnTo>
                <a:lnTo>
                  <a:pt x="64531" y="48398"/>
                </a:lnTo>
                <a:lnTo>
                  <a:pt x="32265" y="48398"/>
                </a:lnTo>
                <a:lnTo>
                  <a:pt x="32265" y="80663"/>
                </a:lnTo>
                <a:close/>
                <a:moveTo>
                  <a:pt x="0" y="40332"/>
                </a:moveTo>
                <a:cubicBezTo>
                  <a:pt x="0" y="26972"/>
                  <a:pt x="10839" y="16133"/>
                  <a:pt x="24199" y="16133"/>
                </a:cubicBezTo>
                <a:lnTo>
                  <a:pt x="72597" y="16133"/>
                </a:lnTo>
                <a:cubicBezTo>
                  <a:pt x="85957" y="16133"/>
                  <a:pt x="96796" y="26972"/>
                  <a:pt x="96796" y="40332"/>
                </a:cubicBezTo>
                <a:lnTo>
                  <a:pt x="96796" y="88730"/>
                </a:lnTo>
                <a:cubicBezTo>
                  <a:pt x="96796" y="102090"/>
                  <a:pt x="85957" y="112929"/>
                  <a:pt x="72597" y="112929"/>
                </a:cubicBezTo>
                <a:lnTo>
                  <a:pt x="24199" y="112929"/>
                </a:lnTo>
                <a:cubicBezTo>
                  <a:pt x="10839" y="112929"/>
                  <a:pt x="0" y="102090"/>
                  <a:pt x="0" y="88730"/>
                </a:cubicBezTo>
                <a:lnTo>
                  <a:pt x="0" y="40332"/>
                </a:lnTo>
                <a:close/>
                <a:moveTo>
                  <a:pt x="32265" y="209725"/>
                </a:moveTo>
                <a:lnTo>
                  <a:pt x="64531" y="209725"/>
                </a:lnTo>
                <a:lnTo>
                  <a:pt x="64531" y="177459"/>
                </a:lnTo>
                <a:lnTo>
                  <a:pt x="32265" y="177459"/>
                </a:lnTo>
                <a:lnTo>
                  <a:pt x="32265" y="209725"/>
                </a:lnTo>
                <a:close/>
                <a:moveTo>
                  <a:pt x="0" y="169393"/>
                </a:moveTo>
                <a:cubicBezTo>
                  <a:pt x="0" y="156033"/>
                  <a:pt x="10839" y="145194"/>
                  <a:pt x="24199" y="145194"/>
                </a:cubicBezTo>
                <a:lnTo>
                  <a:pt x="72597" y="145194"/>
                </a:lnTo>
                <a:cubicBezTo>
                  <a:pt x="85957" y="145194"/>
                  <a:pt x="96796" y="156033"/>
                  <a:pt x="96796" y="169393"/>
                </a:cubicBezTo>
                <a:lnTo>
                  <a:pt x="96796" y="217791"/>
                </a:lnTo>
                <a:cubicBezTo>
                  <a:pt x="96796" y="231151"/>
                  <a:pt x="85957" y="241990"/>
                  <a:pt x="72597" y="241990"/>
                </a:cubicBezTo>
                <a:lnTo>
                  <a:pt x="24199" y="241990"/>
                </a:lnTo>
                <a:cubicBezTo>
                  <a:pt x="10839" y="241990"/>
                  <a:pt x="0" y="231151"/>
                  <a:pt x="0" y="217791"/>
                </a:cubicBezTo>
                <a:lnTo>
                  <a:pt x="0" y="169393"/>
                </a:lnTo>
                <a:close/>
                <a:moveTo>
                  <a:pt x="161327" y="48398"/>
                </a:moveTo>
                <a:lnTo>
                  <a:pt x="161327" y="80663"/>
                </a:lnTo>
                <a:lnTo>
                  <a:pt x="193592" y="80663"/>
                </a:lnTo>
                <a:lnTo>
                  <a:pt x="193592" y="48398"/>
                </a:lnTo>
                <a:lnTo>
                  <a:pt x="161327" y="48398"/>
                </a:lnTo>
                <a:close/>
                <a:moveTo>
                  <a:pt x="153260" y="16133"/>
                </a:moveTo>
                <a:lnTo>
                  <a:pt x="201658" y="16133"/>
                </a:lnTo>
                <a:cubicBezTo>
                  <a:pt x="215018" y="16133"/>
                  <a:pt x="225857" y="26972"/>
                  <a:pt x="225857" y="40332"/>
                </a:cubicBezTo>
                <a:lnTo>
                  <a:pt x="225857" y="88730"/>
                </a:lnTo>
                <a:cubicBezTo>
                  <a:pt x="225857" y="102090"/>
                  <a:pt x="215018" y="112929"/>
                  <a:pt x="201658" y="112929"/>
                </a:cubicBezTo>
                <a:lnTo>
                  <a:pt x="153260" y="112929"/>
                </a:lnTo>
                <a:cubicBezTo>
                  <a:pt x="139901" y="112929"/>
                  <a:pt x="129061" y="102090"/>
                  <a:pt x="129061" y="88730"/>
                </a:cubicBezTo>
                <a:lnTo>
                  <a:pt x="129061" y="40332"/>
                </a:lnTo>
                <a:cubicBezTo>
                  <a:pt x="129061" y="26972"/>
                  <a:pt x="139901" y="16133"/>
                  <a:pt x="153260" y="16133"/>
                </a:cubicBezTo>
                <a:close/>
                <a:moveTo>
                  <a:pt x="145194" y="177459"/>
                </a:moveTo>
                <a:cubicBezTo>
                  <a:pt x="136290" y="177459"/>
                  <a:pt x="129061" y="170231"/>
                  <a:pt x="129061" y="161327"/>
                </a:cubicBezTo>
                <a:cubicBezTo>
                  <a:pt x="129061" y="152423"/>
                  <a:pt x="136290" y="145194"/>
                  <a:pt x="145194" y="145194"/>
                </a:cubicBezTo>
                <a:cubicBezTo>
                  <a:pt x="154098" y="145194"/>
                  <a:pt x="161327" y="152423"/>
                  <a:pt x="161327" y="161327"/>
                </a:cubicBezTo>
                <a:cubicBezTo>
                  <a:pt x="161327" y="170231"/>
                  <a:pt x="154098" y="177459"/>
                  <a:pt x="145194" y="177459"/>
                </a:cubicBezTo>
                <a:close/>
                <a:moveTo>
                  <a:pt x="145194" y="209725"/>
                </a:moveTo>
                <a:cubicBezTo>
                  <a:pt x="154117" y="209725"/>
                  <a:pt x="161327" y="216934"/>
                  <a:pt x="161327" y="225857"/>
                </a:cubicBezTo>
                <a:cubicBezTo>
                  <a:pt x="161327" y="234781"/>
                  <a:pt x="154117" y="241990"/>
                  <a:pt x="145194" y="241990"/>
                </a:cubicBezTo>
                <a:cubicBezTo>
                  <a:pt x="136271" y="241990"/>
                  <a:pt x="129061" y="234781"/>
                  <a:pt x="129061" y="225857"/>
                </a:cubicBezTo>
                <a:cubicBezTo>
                  <a:pt x="129061" y="216934"/>
                  <a:pt x="136271" y="209725"/>
                  <a:pt x="145194" y="209725"/>
                </a:cubicBezTo>
                <a:close/>
                <a:moveTo>
                  <a:pt x="193592" y="225857"/>
                </a:moveTo>
                <a:cubicBezTo>
                  <a:pt x="193592" y="216934"/>
                  <a:pt x="200801" y="209725"/>
                  <a:pt x="209725" y="209725"/>
                </a:cubicBezTo>
                <a:cubicBezTo>
                  <a:pt x="218648" y="209725"/>
                  <a:pt x="225857" y="216934"/>
                  <a:pt x="225857" y="225857"/>
                </a:cubicBezTo>
                <a:cubicBezTo>
                  <a:pt x="225857" y="234781"/>
                  <a:pt x="218648" y="241990"/>
                  <a:pt x="209725" y="241990"/>
                </a:cubicBezTo>
                <a:cubicBezTo>
                  <a:pt x="200801" y="241990"/>
                  <a:pt x="193592" y="234781"/>
                  <a:pt x="193592" y="225857"/>
                </a:cubicBezTo>
                <a:close/>
                <a:moveTo>
                  <a:pt x="209725" y="177459"/>
                </a:moveTo>
                <a:cubicBezTo>
                  <a:pt x="200821" y="177459"/>
                  <a:pt x="193592" y="170231"/>
                  <a:pt x="193592" y="161327"/>
                </a:cubicBezTo>
                <a:cubicBezTo>
                  <a:pt x="193592" y="152423"/>
                  <a:pt x="200821" y="145194"/>
                  <a:pt x="209725" y="145194"/>
                </a:cubicBezTo>
                <a:cubicBezTo>
                  <a:pt x="218629" y="145194"/>
                  <a:pt x="225857" y="152423"/>
                  <a:pt x="225857" y="161327"/>
                </a:cubicBezTo>
                <a:cubicBezTo>
                  <a:pt x="225857" y="170231"/>
                  <a:pt x="218629" y="177459"/>
                  <a:pt x="209725" y="177459"/>
                </a:cubicBezTo>
                <a:close/>
                <a:moveTo>
                  <a:pt x="193592" y="193592"/>
                </a:moveTo>
                <a:cubicBezTo>
                  <a:pt x="193592" y="202496"/>
                  <a:pt x="186363" y="209725"/>
                  <a:pt x="177459" y="209725"/>
                </a:cubicBezTo>
                <a:cubicBezTo>
                  <a:pt x="168556" y="209725"/>
                  <a:pt x="161327" y="202496"/>
                  <a:pt x="161327" y="193592"/>
                </a:cubicBezTo>
                <a:cubicBezTo>
                  <a:pt x="161327" y="184688"/>
                  <a:pt x="168556" y="177459"/>
                  <a:pt x="177459" y="177459"/>
                </a:cubicBezTo>
                <a:cubicBezTo>
                  <a:pt x="186363" y="177459"/>
                  <a:pt x="193592" y="184688"/>
                  <a:pt x="193592" y="19359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Text 25"/>
          <p:cNvSpPr/>
          <p:nvPr/>
        </p:nvSpPr>
        <p:spPr>
          <a:xfrm>
            <a:off x="1239120" y="3944880"/>
            <a:ext cx="196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20" spc="-1" strike="noStrike">
                <a:solidFill>
                  <a:srgbClr val="ffffff"/>
                </a:solidFill>
                <a:latin typeface="Liter"/>
                <a:ea typeface="Liter"/>
              </a:rPr>
              <a:t>QR Проследяване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 26"/>
          <p:cNvSpPr/>
          <p:nvPr/>
        </p:nvSpPr>
        <p:spPr>
          <a:xfrm>
            <a:off x="550800" y="4495680"/>
            <a:ext cx="5341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2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Мигновена идентификация на оборудване чрез сканиране - работи на всеки смартфон.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7"/>
          <p:cNvSpPr/>
          <p:nvPr/>
        </p:nvSpPr>
        <p:spPr>
          <a:xfrm>
            <a:off x="559440" y="517104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ext 28"/>
          <p:cNvSpPr/>
          <p:nvPr/>
        </p:nvSpPr>
        <p:spPr>
          <a:xfrm>
            <a:off x="791640" y="5136480"/>
            <a:ext cx="19504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&lt;1 секунда за сканиране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9"/>
          <p:cNvSpPr/>
          <p:nvPr/>
        </p:nvSpPr>
        <p:spPr>
          <a:xfrm>
            <a:off x="559440" y="544644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30"/>
          <p:cNvSpPr/>
          <p:nvPr/>
        </p:nvSpPr>
        <p:spPr>
          <a:xfrm>
            <a:off x="791640" y="5411880"/>
            <a:ext cx="2179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Не изисква специален хардуер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31"/>
          <p:cNvSpPr/>
          <p:nvPr/>
        </p:nvSpPr>
        <p:spPr>
          <a:xfrm>
            <a:off x="6164280" y="3600720"/>
            <a:ext cx="5677200" cy="2226960"/>
          </a:xfrm>
          <a:custGeom>
            <a:avLst/>
            <a:gdLst>
              <a:gd name="textAreaLeft" fmla="*/ 0 w 5677200"/>
              <a:gd name="textAreaRight" fmla="*/ 5678640 w 5677200"/>
              <a:gd name="textAreaTop" fmla="*/ 0 h 2226960"/>
              <a:gd name="textAreaBottom" fmla="*/ 2228400 h 2226960"/>
            </a:gdLst>
            <a:ahLst/>
            <a:rect l="textAreaLeft" t="textAreaTop" r="textAreaRight" b="textAreaBottom"/>
            <a:pathLst>
              <a:path w="5678701" h="2228460">
                <a:moveTo>
                  <a:pt x="137674" y="0"/>
                </a:moveTo>
                <a:lnTo>
                  <a:pt x="5541027" y="0"/>
                </a:lnTo>
                <a:cubicBezTo>
                  <a:pt x="5617063" y="0"/>
                  <a:pt x="5678701" y="61639"/>
                  <a:pt x="5678701" y="137674"/>
                </a:cubicBezTo>
                <a:lnTo>
                  <a:pt x="5678701" y="2090786"/>
                </a:lnTo>
                <a:cubicBezTo>
                  <a:pt x="5678701" y="2166821"/>
                  <a:pt x="5617063" y="2228460"/>
                  <a:pt x="5541027" y="2228460"/>
                </a:cubicBezTo>
                <a:lnTo>
                  <a:pt x="137674" y="2228460"/>
                </a:lnTo>
                <a:cubicBezTo>
                  <a:pt x="61639" y="2228460"/>
                  <a:pt x="0" y="2166821"/>
                  <a:pt x="0" y="2090786"/>
                </a:cubicBezTo>
                <a:lnTo>
                  <a:pt x="0" y="137674"/>
                </a:lnTo>
                <a:cubicBezTo>
                  <a:pt x="0" y="61639"/>
                  <a:pt x="61639" y="0"/>
                  <a:pt x="137674" y="0"/>
                </a:cubicBezTo>
                <a:close/>
              </a:path>
            </a:pathLst>
          </a:custGeom>
          <a:gradFill rotWithShape="0">
            <a:gsLst>
              <a:gs pos="0">
                <a:srgbClr val="f59e0b"/>
              </a:gs>
              <a:gs pos="100000">
                <a:srgbClr val="f59e0b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15280" dir="5400000" dist="172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32"/>
          <p:cNvSpPr/>
          <p:nvPr/>
        </p:nvSpPr>
        <p:spPr>
          <a:xfrm>
            <a:off x="6370920" y="3807360"/>
            <a:ext cx="549360" cy="549360"/>
          </a:xfrm>
          <a:custGeom>
            <a:avLst/>
            <a:gdLst>
              <a:gd name="textAreaLeft" fmla="*/ 0 w 549360"/>
              <a:gd name="textAreaRight" fmla="*/ 550800 w 549360"/>
              <a:gd name="textAreaTop" fmla="*/ 0 h 549360"/>
              <a:gd name="textAreaBottom" fmla="*/ 550800 h 549360"/>
            </a:gdLst>
            <a:ahLst/>
            <a:rect l="textAreaLeft" t="textAreaTop" r="textAreaRight" b="textAreaBottom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33"/>
          <p:cNvSpPr/>
          <p:nvPr/>
        </p:nvSpPr>
        <p:spPr>
          <a:xfrm>
            <a:off x="6519240" y="3953520"/>
            <a:ext cx="256680" cy="256680"/>
          </a:xfrm>
          <a:custGeom>
            <a:avLst/>
            <a:gdLst>
              <a:gd name="textAreaLeft" fmla="*/ 0 w 256680"/>
              <a:gd name="textAreaRight" fmla="*/ 258120 w 256680"/>
              <a:gd name="textAreaTop" fmla="*/ 0 h 256680"/>
              <a:gd name="textAreaBottom" fmla="*/ 258120 h 256680"/>
            </a:gdLst>
            <a:ahLst/>
            <a:rect l="textAreaLeft" t="textAreaTop" r="textAreaRight" b="textAreaBottom"/>
            <a:pathLst>
              <a:path w="258123" h="258123">
                <a:moveTo>
                  <a:pt x="32265" y="32265"/>
                </a:moveTo>
                <a:cubicBezTo>
                  <a:pt x="32265" y="23342"/>
                  <a:pt x="25056" y="16133"/>
                  <a:pt x="16133" y="16133"/>
                </a:cubicBezTo>
                <a:cubicBezTo>
                  <a:pt x="7209" y="16133"/>
                  <a:pt x="0" y="23342"/>
                  <a:pt x="0" y="32265"/>
                </a:cubicBezTo>
                <a:lnTo>
                  <a:pt x="0" y="201658"/>
                </a:lnTo>
                <a:cubicBezTo>
                  <a:pt x="0" y="223942"/>
                  <a:pt x="18048" y="241990"/>
                  <a:pt x="40332" y="241990"/>
                </a:cubicBezTo>
                <a:lnTo>
                  <a:pt x="241990" y="241990"/>
                </a:lnTo>
                <a:cubicBezTo>
                  <a:pt x="250914" y="241990"/>
                  <a:pt x="258123" y="234781"/>
                  <a:pt x="258123" y="225857"/>
                </a:cubicBezTo>
                <a:cubicBezTo>
                  <a:pt x="258123" y="216934"/>
                  <a:pt x="250914" y="209725"/>
                  <a:pt x="241990" y="209725"/>
                </a:cubicBezTo>
                <a:lnTo>
                  <a:pt x="40332" y="209725"/>
                </a:lnTo>
                <a:cubicBezTo>
                  <a:pt x="35895" y="209725"/>
                  <a:pt x="32265" y="206095"/>
                  <a:pt x="32265" y="201658"/>
                </a:cubicBezTo>
                <a:lnTo>
                  <a:pt x="32265" y="32265"/>
                </a:lnTo>
                <a:close/>
                <a:moveTo>
                  <a:pt x="237251" y="75924"/>
                </a:moveTo>
                <a:cubicBezTo>
                  <a:pt x="243553" y="69623"/>
                  <a:pt x="243553" y="59388"/>
                  <a:pt x="237251" y="53087"/>
                </a:cubicBezTo>
                <a:cubicBezTo>
                  <a:pt x="230949" y="46785"/>
                  <a:pt x="220715" y="46785"/>
                  <a:pt x="214413" y="53087"/>
                </a:cubicBezTo>
                <a:lnTo>
                  <a:pt x="161327" y="106224"/>
                </a:lnTo>
                <a:lnTo>
                  <a:pt x="132389" y="77336"/>
                </a:lnTo>
                <a:cubicBezTo>
                  <a:pt x="126087" y="71034"/>
                  <a:pt x="115853" y="71034"/>
                  <a:pt x="109551" y="77336"/>
                </a:cubicBezTo>
                <a:lnTo>
                  <a:pt x="61153" y="125734"/>
                </a:lnTo>
                <a:cubicBezTo>
                  <a:pt x="54851" y="132036"/>
                  <a:pt x="54851" y="142270"/>
                  <a:pt x="61153" y="148572"/>
                </a:cubicBezTo>
                <a:cubicBezTo>
                  <a:pt x="67455" y="154874"/>
                  <a:pt x="77689" y="154874"/>
                  <a:pt x="83991" y="148572"/>
                </a:cubicBezTo>
                <a:lnTo>
                  <a:pt x="120995" y="111568"/>
                </a:lnTo>
                <a:lnTo>
                  <a:pt x="149933" y="140506"/>
                </a:lnTo>
                <a:cubicBezTo>
                  <a:pt x="156235" y="146807"/>
                  <a:pt x="166469" y="146807"/>
                  <a:pt x="172771" y="140506"/>
                </a:cubicBezTo>
                <a:lnTo>
                  <a:pt x="237302" y="7597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34"/>
          <p:cNvSpPr/>
          <p:nvPr/>
        </p:nvSpPr>
        <p:spPr>
          <a:xfrm>
            <a:off x="7059240" y="3944880"/>
            <a:ext cx="254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20" spc="-1" strike="noStrike">
                <a:solidFill>
                  <a:srgbClr val="ffffff"/>
                </a:solidFill>
                <a:latin typeface="Liter"/>
                <a:ea typeface="Liter"/>
              </a:rPr>
              <a:t>Анализ в реално време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 35"/>
          <p:cNvSpPr/>
          <p:nvPr/>
        </p:nvSpPr>
        <p:spPr>
          <a:xfrm>
            <a:off x="6370920" y="4495680"/>
            <a:ext cx="5341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2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Интерактивно табло с графики, статистики и Redis кеширане за мигновени резултати.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36"/>
          <p:cNvSpPr/>
          <p:nvPr/>
        </p:nvSpPr>
        <p:spPr>
          <a:xfrm>
            <a:off x="6379560" y="517104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37"/>
          <p:cNvSpPr/>
          <p:nvPr/>
        </p:nvSpPr>
        <p:spPr>
          <a:xfrm>
            <a:off x="6611760" y="5136480"/>
            <a:ext cx="18453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&lt;200ms време за отговор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8"/>
          <p:cNvSpPr/>
          <p:nvPr/>
        </p:nvSpPr>
        <p:spPr>
          <a:xfrm>
            <a:off x="6379560" y="5446440"/>
            <a:ext cx="153360" cy="136080"/>
          </a:xfrm>
          <a:custGeom>
            <a:avLst/>
            <a:gdLst>
              <a:gd name="textAreaLeft" fmla="*/ 0 w 153360"/>
              <a:gd name="textAreaRight" fmla="*/ 154800 w 153360"/>
              <a:gd name="textAreaTop" fmla="*/ 0 h 136080"/>
              <a:gd name="textAreaBottom" fmla="*/ 137520 h 136080"/>
            </a:gdLst>
            <a:ahLst/>
            <a:rect l="textAreaLeft" t="textAreaTop" r="textAreaRight" b="textAreaBottom"/>
            <a:pathLst>
              <a:path w="154874" h="137665">
                <a:moveTo>
                  <a:pt x="83218" y="-5082"/>
                </a:moveTo>
                <a:cubicBezTo>
                  <a:pt x="82115" y="-7233"/>
                  <a:pt x="79884" y="-8604"/>
                  <a:pt x="77464" y="-8604"/>
                </a:cubicBezTo>
                <a:cubicBezTo>
                  <a:pt x="75044" y="-8604"/>
                  <a:pt x="72812" y="-7233"/>
                  <a:pt x="71710" y="-5082"/>
                </a:cubicBezTo>
                <a:lnTo>
                  <a:pt x="51920" y="33690"/>
                </a:lnTo>
                <a:lnTo>
                  <a:pt x="8927" y="40520"/>
                </a:lnTo>
                <a:cubicBezTo>
                  <a:pt x="6534" y="40896"/>
                  <a:pt x="4544" y="42590"/>
                  <a:pt x="3791" y="44903"/>
                </a:cubicBezTo>
                <a:cubicBezTo>
                  <a:pt x="3038" y="47215"/>
                  <a:pt x="3657" y="49742"/>
                  <a:pt x="5351" y="51463"/>
                </a:cubicBezTo>
                <a:lnTo>
                  <a:pt x="36110" y="82250"/>
                </a:lnTo>
                <a:lnTo>
                  <a:pt x="29335" y="125243"/>
                </a:lnTo>
                <a:cubicBezTo>
                  <a:pt x="28958" y="127636"/>
                  <a:pt x="29953" y="130056"/>
                  <a:pt x="31916" y="131481"/>
                </a:cubicBezTo>
                <a:cubicBezTo>
                  <a:pt x="33879" y="132906"/>
                  <a:pt x="36460" y="133121"/>
                  <a:pt x="38638" y="132019"/>
                </a:cubicBezTo>
                <a:lnTo>
                  <a:pt x="77464" y="112283"/>
                </a:lnTo>
                <a:lnTo>
                  <a:pt x="116263" y="132019"/>
                </a:lnTo>
                <a:cubicBezTo>
                  <a:pt x="118414" y="133121"/>
                  <a:pt x="121022" y="132906"/>
                  <a:pt x="122985" y="131481"/>
                </a:cubicBezTo>
                <a:cubicBezTo>
                  <a:pt x="124948" y="130056"/>
                  <a:pt x="125942" y="127663"/>
                  <a:pt x="125566" y="125243"/>
                </a:cubicBezTo>
                <a:lnTo>
                  <a:pt x="118763" y="82250"/>
                </a:lnTo>
                <a:lnTo>
                  <a:pt x="149523" y="51463"/>
                </a:lnTo>
                <a:cubicBezTo>
                  <a:pt x="151244" y="49742"/>
                  <a:pt x="151835" y="47215"/>
                  <a:pt x="151082" y="44903"/>
                </a:cubicBezTo>
                <a:cubicBezTo>
                  <a:pt x="150330" y="42590"/>
                  <a:pt x="148367" y="40896"/>
                  <a:pt x="145947" y="40520"/>
                </a:cubicBezTo>
                <a:lnTo>
                  <a:pt x="102980" y="33690"/>
                </a:lnTo>
                <a:lnTo>
                  <a:pt x="83218" y="-50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 39"/>
          <p:cNvSpPr/>
          <p:nvPr/>
        </p:nvSpPr>
        <p:spPr>
          <a:xfrm>
            <a:off x="6611760" y="5411880"/>
            <a:ext cx="23025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Визуализация на тендове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40"/>
          <p:cNvSpPr/>
          <p:nvPr/>
        </p:nvSpPr>
        <p:spPr>
          <a:xfrm>
            <a:off x="344160" y="5965560"/>
            <a:ext cx="11502360" cy="752400"/>
          </a:xfrm>
          <a:custGeom>
            <a:avLst/>
            <a:gdLst>
              <a:gd name="textAreaLeft" fmla="*/ 0 w 11502360"/>
              <a:gd name="textAreaRight" fmla="*/ 11503800 w 11502360"/>
              <a:gd name="textAreaTop" fmla="*/ 0 h 752400"/>
              <a:gd name="textAreaBottom" fmla="*/ 753840 h 752400"/>
            </a:gdLst>
            <a:ahLst/>
            <a:rect l="textAreaLeft" t="textAreaTop" r="textAreaRight" b="textAreaBottom"/>
            <a:pathLst>
              <a:path w="11503673" h="753715">
                <a:moveTo>
                  <a:pt x="137669" y="0"/>
                </a:moveTo>
                <a:lnTo>
                  <a:pt x="11366004" y="0"/>
                </a:lnTo>
                <a:cubicBezTo>
                  <a:pt x="11442036" y="0"/>
                  <a:pt x="11503673" y="51917"/>
                  <a:pt x="11503673" y="115959"/>
                </a:cubicBezTo>
                <a:lnTo>
                  <a:pt x="11503673" y="637756"/>
                </a:lnTo>
                <a:cubicBezTo>
                  <a:pt x="11503673" y="701798"/>
                  <a:pt x="11442036" y="753715"/>
                  <a:pt x="11366004" y="753715"/>
                </a:cubicBezTo>
                <a:lnTo>
                  <a:pt x="137669" y="753715"/>
                </a:lnTo>
                <a:cubicBezTo>
                  <a:pt x="61687" y="753715"/>
                  <a:pt x="0" y="701755"/>
                  <a:pt x="0" y="637756"/>
                </a:cubicBezTo>
                <a:lnTo>
                  <a:pt x="0" y="115959"/>
                </a:lnTo>
                <a:cubicBezTo>
                  <a:pt x="0" y="51959"/>
                  <a:pt x="61687" y="0"/>
                  <a:pt x="137669" y="0"/>
                </a:cubicBezTo>
                <a:close/>
              </a:path>
            </a:pathLst>
          </a:custGeom>
          <a:gradFill rotWithShape="0">
            <a:gsLst>
              <a:gs pos="0">
                <a:srgbClr val="ef4444"/>
              </a:gs>
              <a:gs pos="100000">
                <a:srgbClr val="ef4444">
                  <a:alpha val="8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41"/>
          <p:cNvSpPr/>
          <p:nvPr/>
        </p:nvSpPr>
        <p:spPr>
          <a:xfrm>
            <a:off x="516240" y="6071040"/>
            <a:ext cx="549360" cy="549360"/>
          </a:xfrm>
          <a:custGeom>
            <a:avLst/>
            <a:gdLst>
              <a:gd name="textAreaLeft" fmla="*/ 0 w 549360"/>
              <a:gd name="textAreaRight" fmla="*/ 550800 w 549360"/>
              <a:gd name="textAreaTop" fmla="*/ 0 h 549360"/>
              <a:gd name="textAreaBottom" fmla="*/ 550800 h 549360"/>
            </a:gdLst>
            <a:ahLst/>
            <a:rect l="textAreaLeft" t="textAreaTop" r="textAreaRight" b="textAreaBottom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42"/>
          <p:cNvSpPr/>
          <p:nvPr/>
        </p:nvSpPr>
        <p:spPr>
          <a:xfrm>
            <a:off x="664560" y="6217560"/>
            <a:ext cx="256680" cy="256680"/>
          </a:xfrm>
          <a:custGeom>
            <a:avLst/>
            <a:gdLst>
              <a:gd name="textAreaLeft" fmla="*/ 0 w 256680"/>
              <a:gd name="textAreaRight" fmla="*/ 258120 w 256680"/>
              <a:gd name="textAreaTop" fmla="*/ 0 h 256680"/>
              <a:gd name="textAreaBottom" fmla="*/ 258120 h 256680"/>
            </a:gdLst>
            <a:ahLst/>
            <a:rect l="textAreaLeft" t="textAreaTop" r="textAreaRight" b="textAreaBottom"/>
            <a:pathLst>
              <a:path w="258123" h="258123">
                <a:moveTo>
                  <a:pt x="129061" y="0"/>
                </a:moveTo>
                <a:cubicBezTo>
                  <a:pt x="131380" y="0"/>
                  <a:pt x="133700" y="504"/>
                  <a:pt x="135817" y="1462"/>
                </a:cubicBezTo>
                <a:lnTo>
                  <a:pt x="230798" y="41743"/>
                </a:lnTo>
                <a:cubicBezTo>
                  <a:pt x="241889" y="46432"/>
                  <a:pt x="250157" y="57372"/>
                  <a:pt x="250107" y="70580"/>
                </a:cubicBezTo>
                <a:cubicBezTo>
                  <a:pt x="249855" y="120592"/>
                  <a:pt x="229286" y="212094"/>
                  <a:pt x="142421" y="253686"/>
                </a:cubicBezTo>
                <a:cubicBezTo>
                  <a:pt x="134002" y="257719"/>
                  <a:pt x="124222" y="257719"/>
                  <a:pt x="115802" y="253686"/>
                </a:cubicBezTo>
                <a:cubicBezTo>
                  <a:pt x="28888" y="212094"/>
                  <a:pt x="8369" y="120592"/>
                  <a:pt x="8117" y="70580"/>
                </a:cubicBezTo>
                <a:cubicBezTo>
                  <a:pt x="8066" y="57372"/>
                  <a:pt x="16334" y="46432"/>
                  <a:pt x="27426" y="41743"/>
                </a:cubicBezTo>
                <a:lnTo>
                  <a:pt x="122356" y="1462"/>
                </a:lnTo>
                <a:cubicBezTo>
                  <a:pt x="124474" y="504"/>
                  <a:pt x="126742" y="0"/>
                  <a:pt x="129061" y="0"/>
                </a:cubicBezTo>
                <a:close/>
                <a:moveTo>
                  <a:pt x="129061" y="33677"/>
                </a:moveTo>
                <a:lnTo>
                  <a:pt x="129061" y="224295"/>
                </a:lnTo>
                <a:cubicBezTo>
                  <a:pt x="198634" y="190618"/>
                  <a:pt x="217337" y="116004"/>
                  <a:pt x="217791" y="71337"/>
                </a:cubicBezTo>
                <a:lnTo>
                  <a:pt x="129061" y="33727"/>
                </a:lnTo>
                <a:lnTo>
                  <a:pt x="129061" y="337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43"/>
          <p:cNvSpPr/>
          <p:nvPr/>
        </p:nvSpPr>
        <p:spPr>
          <a:xfrm>
            <a:off x="1204560" y="6071040"/>
            <a:ext cx="384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20" spc="-1" strike="noStrike">
                <a:solidFill>
                  <a:srgbClr val="ffffff"/>
                </a:solidFill>
                <a:latin typeface="Liter"/>
                <a:ea typeface="Liter"/>
              </a:rPr>
              <a:t>Enterprise Сигурност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44"/>
          <p:cNvSpPr/>
          <p:nvPr/>
        </p:nvSpPr>
        <p:spPr>
          <a:xfrm>
            <a:off x="1204560" y="6381000"/>
            <a:ext cx="40521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20" spc="-1" strike="noStrike">
                <a:solidFill>
                  <a:srgbClr val="ffffff">
                    <a:alpha val="95000"/>
                  </a:srgbClr>
                </a:solidFill>
                <a:latin typeface="Quattrocento Sans"/>
                <a:ea typeface="Quattrocento Sans"/>
              </a:rPr>
              <a:t>Проектирана от първия ден - не добавена по-късно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ext 45"/>
          <p:cNvSpPr/>
          <p:nvPr/>
        </p:nvSpPr>
        <p:spPr>
          <a:xfrm>
            <a:off x="7827480" y="6071040"/>
            <a:ext cx="1168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4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6</a:t>
            </a:r>
            <a:endParaRPr b="0" lang="en-US" sz="2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 46"/>
          <p:cNvSpPr/>
          <p:nvPr/>
        </p:nvSpPr>
        <p:spPr>
          <a:xfrm>
            <a:off x="7808400" y="6415560"/>
            <a:ext cx="11808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Нива на защита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ext 47"/>
          <p:cNvSpPr/>
          <p:nvPr/>
        </p:nvSpPr>
        <p:spPr>
          <a:xfrm>
            <a:off x="9049680" y="6071040"/>
            <a:ext cx="1650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4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100%</a:t>
            </a:r>
            <a:endParaRPr b="0" lang="en-US" sz="2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 48"/>
          <p:cNvSpPr/>
          <p:nvPr/>
        </p:nvSpPr>
        <p:spPr>
          <a:xfrm>
            <a:off x="8954280" y="6415560"/>
            <a:ext cx="17888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Защитени endpoint-ове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 49"/>
          <p:cNvSpPr/>
          <p:nvPr/>
        </p:nvSpPr>
        <p:spPr>
          <a:xfrm>
            <a:off x="10756440" y="6071040"/>
            <a:ext cx="996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4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12</a:t>
            </a:r>
            <a:endParaRPr b="0" lang="en-US" sz="2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 50"/>
          <p:cNvSpPr/>
          <p:nvPr/>
        </p:nvSpPr>
        <p:spPr>
          <a:xfrm>
            <a:off x="10799640" y="6415560"/>
            <a:ext cx="9104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09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bcrypt rounds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hape 0"/>
          <p:cNvSpPr/>
          <p:nvPr/>
        </p:nvSpPr>
        <p:spPr>
          <a:xfrm>
            <a:off x="380880" y="380880"/>
            <a:ext cx="455760" cy="455760"/>
          </a:xfrm>
          <a:custGeom>
            <a:avLst/>
            <a:gdLst>
              <a:gd name="textAreaLeft" fmla="*/ 0 w 455760"/>
              <a:gd name="textAreaRight" fmla="*/ 457200 w 455760"/>
              <a:gd name="textAreaTop" fmla="*/ 0 h 455760"/>
              <a:gd name="textAreaBottom" fmla="*/ 457200 h 455760"/>
            </a:gdLst>
            <a:ahLst/>
            <a:rect l="textAreaLeft" t="textAreaTop" r="textAreaRight" b="textAreaBottom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Shape 1"/>
          <p:cNvSpPr/>
          <p:nvPr/>
        </p:nvSpPr>
        <p:spPr>
          <a:xfrm>
            <a:off x="514440" y="514440"/>
            <a:ext cx="189000" cy="189000"/>
          </a:xfrm>
          <a:custGeom>
            <a:avLst/>
            <a:gdLst>
              <a:gd name="textAreaLeft" fmla="*/ 0 w 189000"/>
              <a:gd name="textAreaRight" fmla="*/ 190440 w 189000"/>
              <a:gd name="textAreaTop" fmla="*/ 0 h 189000"/>
              <a:gd name="textAreaBottom" fmla="*/ 190440 h 189000"/>
            </a:gdLst>
            <a:ahLst/>
            <a:rect l="textAreaLeft" t="textAreaTop" r="textAreaRight" b="textAreaBottom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ext 2"/>
          <p:cNvSpPr/>
          <p:nvPr/>
        </p:nvSpPr>
        <p:spPr>
          <a:xfrm>
            <a:off x="952560" y="380880"/>
            <a:ext cx="5218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Бъдещи Подобрения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 3"/>
          <p:cNvSpPr/>
          <p:nvPr/>
        </p:nvSpPr>
        <p:spPr>
          <a:xfrm>
            <a:off x="952560" y="914400"/>
            <a:ext cx="109522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Пътят напред - AI, IoT и още иновации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4"/>
          <p:cNvSpPr/>
          <p:nvPr/>
        </p:nvSpPr>
        <p:spPr>
          <a:xfrm>
            <a:off x="380880" y="1390680"/>
            <a:ext cx="3684600" cy="247500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2475000"/>
              <a:gd name="textAreaBottom" fmla="*/ 2476440 h 2475000"/>
            </a:gdLst>
            <a:ahLst/>
            <a:rect l="textAreaLeft" t="textAreaTop" r="textAreaRight" b="textAreaBottom"/>
            <a:pathLst>
              <a:path w="3686175" h="24765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324096"/>
                </a:lnTo>
                <a:cubicBezTo>
                  <a:pt x="3686175" y="2408266"/>
                  <a:pt x="3617941" y="2476500"/>
                  <a:pt x="3533771" y="2476500"/>
                </a:cubicBezTo>
                <a:lnTo>
                  <a:pt x="152404" y="2476500"/>
                </a:lnTo>
                <a:cubicBezTo>
                  <a:pt x="68234" y="2476500"/>
                  <a:pt x="0" y="2408266"/>
                  <a:pt x="0" y="23240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5"/>
          <p:cNvSpPr/>
          <p:nvPr/>
        </p:nvSpPr>
        <p:spPr>
          <a:xfrm>
            <a:off x="380880" y="1390680"/>
            <a:ext cx="3684600" cy="3672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6"/>
          <p:cNvSpPr/>
          <p:nvPr/>
        </p:nvSpPr>
        <p:spPr>
          <a:xfrm>
            <a:off x="609480" y="163836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7"/>
          <p:cNvSpPr/>
          <p:nvPr/>
        </p:nvSpPr>
        <p:spPr>
          <a:xfrm>
            <a:off x="762120" y="1790640"/>
            <a:ext cx="227160" cy="227160"/>
          </a:xfrm>
          <a:custGeom>
            <a:avLst/>
            <a:gdLst>
              <a:gd name="textAreaLeft" fmla="*/ 0 w 227160"/>
              <a:gd name="textAreaRight" fmla="*/ 228600 w 22716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ext 8"/>
          <p:cNvSpPr/>
          <p:nvPr/>
        </p:nvSpPr>
        <p:spPr>
          <a:xfrm>
            <a:off x="1257480" y="1771560"/>
            <a:ext cx="14846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AI Препоръки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 9"/>
          <p:cNvSpPr/>
          <p:nvPr/>
        </p:nvSpPr>
        <p:spPr>
          <a:xfrm>
            <a:off x="609480" y="2432160"/>
            <a:ext cx="33037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Изкуствен интелект ще анализира патерни на използване и ще препоръчва оптимално разпределение на оборудване.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3"/>
          <p:cNvSpPr/>
          <p:nvPr/>
        </p:nvSpPr>
        <p:spPr>
          <a:xfrm>
            <a:off x="4254480" y="1390680"/>
            <a:ext cx="3684600" cy="247500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2475000"/>
              <a:gd name="textAreaBottom" fmla="*/ 2476440 h 2475000"/>
            </a:gdLst>
            <a:ahLst/>
            <a:rect l="textAreaLeft" t="textAreaTop" r="textAreaRight" b="textAreaBottom"/>
            <a:pathLst>
              <a:path w="3686175" h="24765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324096"/>
                </a:lnTo>
                <a:cubicBezTo>
                  <a:pt x="3686175" y="2408266"/>
                  <a:pt x="3617941" y="2476500"/>
                  <a:pt x="3533771" y="2476500"/>
                </a:cubicBezTo>
                <a:lnTo>
                  <a:pt x="152404" y="2476500"/>
                </a:lnTo>
                <a:cubicBezTo>
                  <a:pt x="68234" y="2476500"/>
                  <a:pt x="0" y="2408266"/>
                  <a:pt x="0" y="23240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4"/>
          <p:cNvSpPr/>
          <p:nvPr/>
        </p:nvSpPr>
        <p:spPr>
          <a:xfrm>
            <a:off x="4254480" y="1390680"/>
            <a:ext cx="3684600" cy="3672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Shape 15"/>
          <p:cNvSpPr/>
          <p:nvPr/>
        </p:nvSpPr>
        <p:spPr>
          <a:xfrm>
            <a:off x="4483080" y="163836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6"/>
          <p:cNvSpPr/>
          <p:nvPr/>
        </p:nvSpPr>
        <p:spPr>
          <a:xfrm>
            <a:off x="4649760" y="1790640"/>
            <a:ext cx="198720" cy="227160"/>
          </a:xfrm>
          <a:custGeom>
            <a:avLst/>
            <a:gdLst>
              <a:gd name="textAreaLeft" fmla="*/ 0 w 198720"/>
              <a:gd name="textAreaRight" fmla="*/ 200160 w 19872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7696" y="102111"/>
                </a:moveTo>
                <a:cubicBezTo>
                  <a:pt x="140821" y="97110"/>
                  <a:pt x="139303" y="90502"/>
                  <a:pt x="134302" y="87332"/>
                </a:cubicBezTo>
                <a:cubicBezTo>
                  <a:pt x="129302" y="84162"/>
                  <a:pt x="122694" y="85725"/>
                  <a:pt x="119524" y="90726"/>
                </a:cubicBezTo>
                <a:lnTo>
                  <a:pt x="92110" y="134615"/>
                </a:lnTo>
                <a:lnTo>
                  <a:pt x="80055" y="118542"/>
                </a:lnTo>
                <a:cubicBezTo>
                  <a:pt x="76483" y="113809"/>
                  <a:pt x="69786" y="112827"/>
                  <a:pt x="65053" y="116398"/>
                </a:cubicBezTo>
                <a:cubicBezTo>
                  <a:pt x="60320" y="119970"/>
                  <a:pt x="59338" y="126668"/>
                  <a:pt x="62910" y="131400"/>
                </a:cubicBezTo>
                <a:lnTo>
                  <a:pt x="84341" y="159975"/>
                </a:lnTo>
                <a:cubicBezTo>
                  <a:pt x="86439" y="162788"/>
                  <a:pt x="89833" y="164396"/>
                  <a:pt x="93360" y="164262"/>
                </a:cubicBezTo>
                <a:cubicBezTo>
                  <a:pt x="96887" y="164128"/>
                  <a:pt x="100102" y="162252"/>
                  <a:pt x="101977" y="159216"/>
                </a:cubicBezTo>
                <a:lnTo>
                  <a:pt x="137696" y="10206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 17"/>
          <p:cNvSpPr/>
          <p:nvPr/>
        </p:nvSpPr>
        <p:spPr>
          <a:xfrm>
            <a:off x="5130720" y="1771560"/>
            <a:ext cx="26406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Предиктивна Поддръжка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Text 18"/>
          <p:cNvSpPr/>
          <p:nvPr/>
        </p:nvSpPr>
        <p:spPr>
          <a:xfrm>
            <a:off x="4483080" y="2432160"/>
            <a:ext cx="33037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Машинно обучение ще предвижда кога оборудването ще се повреди и ще планира поддръжка преди проблем.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2"/>
          <p:cNvSpPr/>
          <p:nvPr/>
        </p:nvSpPr>
        <p:spPr>
          <a:xfrm>
            <a:off x="8128080" y="1390680"/>
            <a:ext cx="3684600" cy="247500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2475000"/>
              <a:gd name="textAreaBottom" fmla="*/ 2476440 h 2475000"/>
            </a:gdLst>
            <a:ahLst/>
            <a:rect l="textAreaLeft" t="textAreaTop" r="textAreaRight" b="textAreaBottom"/>
            <a:pathLst>
              <a:path w="3686175" h="24765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324096"/>
                </a:lnTo>
                <a:cubicBezTo>
                  <a:pt x="3686175" y="2408266"/>
                  <a:pt x="3617941" y="2476500"/>
                  <a:pt x="3533771" y="2476500"/>
                </a:cubicBezTo>
                <a:lnTo>
                  <a:pt x="152404" y="2476500"/>
                </a:lnTo>
                <a:cubicBezTo>
                  <a:pt x="68234" y="2476500"/>
                  <a:pt x="0" y="2408266"/>
                  <a:pt x="0" y="232409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3"/>
          <p:cNvSpPr/>
          <p:nvPr/>
        </p:nvSpPr>
        <p:spPr>
          <a:xfrm>
            <a:off x="8128080" y="1390680"/>
            <a:ext cx="3684600" cy="3672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4"/>
          <p:cNvSpPr/>
          <p:nvPr/>
        </p:nvSpPr>
        <p:spPr>
          <a:xfrm>
            <a:off x="8356680" y="163836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0">
            <a:gsLst>
              <a:gs pos="0">
                <a:srgbClr val="f59e0b"/>
              </a:gs>
              <a:gs pos="100000">
                <a:srgbClr val="f59e0b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5"/>
          <p:cNvSpPr/>
          <p:nvPr/>
        </p:nvSpPr>
        <p:spPr>
          <a:xfrm>
            <a:off x="8537400" y="1790640"/>
            <a:ext cx="169920" cy="227160"/>
          </a:xfrm>
          <a:custGeom>
            <a:avLst/>
            <a:gdLst>
              <a:gd name="textAreaLeft" fmla="*/ 0 w 169920"/>
              <a:gd name="textAreaRight" fmla="*/ 171360 w 16992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ext 26"/>
          <p:cNvSpPr/>
          <p:nvPr/>
        </p:nvSpPr>
        <p:spPr>
          <a:xfrm>
            <a:off x="9004320" y="1771560"/>
            <a:ext cx="1510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Mobile PWA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 27"/>
          <p:cNvSpPr/>
          <p:nvPr/>
        </p:nvSpPr>
        <p:spPr>
          <a:xfrm>
            <a:off x="8356680" y="2432160"/>
            <a:ext cx="3303720" cy="7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Progressive Web App с офлайн поддръжка - работи без интернет и синхронизира при връзка.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31"/>
          <p:cNvSpPr/>
          <p:nvPr/>
        </p:nvSpPr>
        <p:spPr>
          <a:xfrm>
            <a:off x="380880" y="4076640"/>
            <a:ext cx="3684600" cy="260856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2608560"/>
              <a:gd name="textAreaBottom" fmla="*/ 2610000 h 2608560"/>
            </a:gdLst>
            <a:ahLst/>
            <a:rect l="textAreaLeft" t="textAreaTop" r="textAreaRight" b="textAreaBottom"/>
            <a:pathLst>
              <a:path w="3686175" h="26098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457461"/>
                </a:lnTo>
                <a:cubicBezTo>
                  <a:pt x="3686175" y="2541567"/>
                  <a:pt x="3617892" y="2609850"/>
                  <a:pt x="3533786" y="2609850"/>
                </a:cubicBezTo>
                <a:lnTo>
                  <a:pt x="152389" y="2609850"/>
                </a:lnTo>
                <a:cubicBezTo>
                  <a:pt x="68283" y="2609850"/>
                  <a:pt x="0" y="2541567"/>
                  <a:pt x="0" y="2457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32"/>
          <p:cNvSpPr/>
          <p:nvPr/>
        </p:nvSpPr>
        <p:spPr>
          <a:xfrm>
            <a:off x="380880" y="4076640"/>
            <a:ext cx="3684600" cy="3672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33"/>
          <p:cNvSpPr/>
          <p:nvPr/>
        </p:nvSpPr>
        <p:spPr>
          <a:xfrm>
            <a:off x="609480" y="432432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34"/>
          <p:cNvSpPr/>
          <p:nvPr/>
        </p:nvSpPr>
        <p:spPr>
          <a:xfrm>
            <a:off x="747720" y="4476600"/>
            <a:ext cx="255600" cy="227160"/>
          </a:xfrm>
          <a:custGeom>
            <a:avLst/>
            <a:gdLst>
              <a:gd name="textAreaLeft" fmla="*/ 0 w 255600"/>
              <a:gd name="textAreaRight" fmla="*/ 257040 w 25560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57175" h="228600">
                <a:moveTo>
                  <a:pt x="128588" y="42863"/>
                </a:moveTo>
                <a:cubicBezTo>
                  <a:pt x="88002" y="42863"/>
                  <a:pt x="51256" y="58936"/>
                  <a:pt x="24244" y="85100"/>
                </a:cubicBezTo>
                <a:cubicBezTo>
                  <a:pt x="18574" y="90592"/>
                  <a:pt x="9510" y="90458"/>
                  <a:pt x="4063" y="84787"/>
                </a:cubicBezTo>
                <a:cubicBezTo>
                  <a:pt x="-1384" y="79117"/>
                  <a:pt x="-1295" y="70053"/>
                  <a:pt x="4376" y="64606"/>
                </a:cubicBezTo>
                <a:cubicBezTo>
                  <a:pt x="36478" y="33442"/>
                  <a:pt x="80323" y="14288"/>
                  <a:pt x="128588" y="14288"/>
                </a:cubicBezTo>
                <a:cubicBezTo>
                  <a:pt x="176852" y="14288"/>
                  <a:pt x="220697" y="33442"/>
                  <a:pt x="252844" y="64606"/>
                </a:cubicBezTo>
                <a:cubicBezTo>
                  <a:pt x="258514" y="70098"/>
                  <a:pt x="258648" y="79162"/>
                  <a:pt x="253157" y="84787"/>
                </a:cubicBezTo>
                <a:cubicBezTo>
                  <a:pt x="247665" y="90413"/>
                  <a:pt x="238601" y="90592"/>
                  <a:pt x="232976" y="85100"/>
                </a:cubicBezTo>
                <a:cubicBezTo>
                  <a:pt x="205919" y="58936"/>
                  <a:pt x="169173" y="42863"/>
                  <a:pt x="128588" y="42863"/>
                </a:cubicBezTo>
                <a:close/>
                <a:moveTo>
                  <a:pt x="107156" y="192881"/>
                </a:moveTo>
                <a:cubicBezTo>
                  <a:pt x="107156" y="181053"/>
                  <a:pt x="116759" y="171450"/>
                  <a:pt x="128588" y="171450"/>
                </a:cubicBezTo>
                <a:cubicBezTo>
                  <a:pt x="140416" y="171450"/>
                  <a:pt x="150019" y="181053"/>
                  <a:pt x="150019" y="192881"/>
                </a:cubicBezTo>
                <a:cubicBezTo>
                  <a:pt x="150019" y="204709"/>
                  <a:pt x="140416" y="214313"/>
                  <a:pt x="128588" y="214313"/>
                </a:cubicBezTo>
                <a:cubicBezTo>
                  <a:pt x="116759" y="214313"/>
                  <a:pt x="107156" y="204709"/>
                  <a:pt x="107156" y="192881"/>
                </a:cubicBezTo>
                <a:close/>
                <a:moveTo>
                  <a:pt x="75009" y="145643"/>
                </a:moveTo>
                <a:cubicBezTo>
                  <a:pt x="69786" y="151581"/>
                  <a:pt x="60767" y="152117"/>
                  <a:pt x="54828" y="146893"/>
                </a:cubicBezTo>
                <a:cubicBezTo>
                  <a:pt x="48890" y="141669"/>
                  <a:pt x="48354" y="132651"/>
                  <a:pt x="53578" y="126712"/>
                </a:cubicBezTo>
                <a:cubicBezTo>
                  <a:pt x="71884" y="105995"/>
                  <a:pt x="98718" y="92869"/>
                  <a:pt x="128588" y="92869"/>
                </a:cubicBezTo>
                <a:cubicBezTo>
                  <a:pt x="158457" y="92869"/>
                  <a:pt x="185291" y="105995"/>
                  <a:pt x="203597" y="126712"/>
                </a:cubicBezTo>
                <a:cubicBezTo>
                  <a:pt x="208821" y="132651"/>
                  <a:pt x="208240" y="141669"/>
                  <a:pt x="202347" y="146893"/>
                </a:cubicBezTo>
                <a:cubicBezTo>
                  <a:pt x="196453" y="152117"/>
                  <a:pt x="187389" y="151537"/>
                  <a:pt x="182166" y="145643"/>
                </a:cubicBezTo>
                <a:cubicBezTo>
                  <a:pt x="169039" y="130775"/>
                  <a:pt x="149929" y="121444"/>
                  <a:pt x="128588" y="121444"/>
                </a:cubicBezTo>
                <a:cubicBezTo>
                  <a:pt x="107246" y="121444"/>
                  <a:pt x="88136" y="130775"/>
                  <a:pt x="75009" y="1456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ext 35"/>
          <p:cNvSpPr/>
          <p:nvPr/>
        </p:nvSpPr>
        <p:spPr>
          <a:xfrm>
            <a:off x="1257480" y="4457880"/>
            <a:ext cx="1713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IoT Интеграция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 36"/>
          <p:cNvSpPr/>
          <p:nvPr/>
        </p:nvSpPr>
        <p:spPr>
          <a:xfrm>
            <a:off x="609480" y="5118120"/>
            <a:ext cx="330372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RFID/NFC четци за автоматично проследяване без нужда от ръчно сканиране на QR кодове.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40"/>
          <p:cNvSpPr/>
          <p:nvPr/>
        </p:nvSpPr>
        <p:spPr>
          <a:xfrm>
            <a:off x="4254480" y="4076640"/>
            <a:ext cx="3684600" cy="260856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2608560"/>
              <a:gd name="textAreaBottom" fmla="*/ 2610000 h 2608560"/>
            </a:gdLst>
            <a:ahLst/>
            <a:rect l="textAreaLeft" t="textAreaTop" r="textAreaRight" b="textAreaBottom"/>
            <a:pathLst>
              <a:path w="3686175" h="26098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457461"/>
                </a:lnTo>
                <a:cubicBezTo>
                  <a:pt x="3686175" y="2541567"/>
                  <a:pt x="3617892" y="2609850"/>
                  <a:pt x="3533786" y="2609850"/>
                </a:cubicBezTo>
                <a:lnTo>
                  <a:pt x="152389" y="2609850"/>
                </a:lnTo>
                <a:cubicBezTo>
                  <a:pt x="68283" y="2609850"/>
                  <a:pt x="0" y="2541567"/>
                  <a:pt x="0" y="2457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41"/>
          <p:cNvSpPr/>
          <p:nvPr/>
        </p:nvSpPr>
        <p:spPr>
          <a:xfrm>
            <a:off x="4254480" y="4076640"/>
            <a:ext cx="3684600" cy="3672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36720"/>
              <a:gd name="textAreaBottom" fmla="*/ 38160 h 36720"/>
            </a:gdLst>
            <a:ah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42"/>
          <p:cNvSpPr/>
          <p:nvPr/>
        </p:nvSpPr>
        <p:spPr>
          <a:xfrm>
            <a:off x="4483080" y="432432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0">
            <a:gsLst>
              <a:gs pos="0">
                <a:srgbClr val="ec4899"/>
              </a:gs>
              <a:gs pos="100000">
                <a:srgbClr val="ec4899">
                  <a:alpha val="70000"/>
                </a:srgbClr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43"/>
          <p:cNvSpPr/>
          <p:nvPr/>
        </p:nvSpPr>
        <p:spPr>
          <a:xfrm>
            <a:off x="4620960" y="4476600"/>
            <a:ext cx="255600" cy="227160"/>
          </a:xfrm>
          <a:custGeom>
            <a:avLst/>
            <a:gdLst>
              <a:gd name="textAreaLeft" fmla="*/ 0 w 255600"/>
              <a:gd name="textAreaRight" fmla="*/ 257040 w 25560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ext 44"/>
          <p:cNvSpPr/>
          <p:nvPr/>
        </p:nvSpPr>
        <p:spPr>
          <a:xfrm>
            <a:off x="5130720" y="4457880"/>
            <a:ext cx="1726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Liter"/>
                <a:ea typeface="Liter"/>
              </a:rPr>
              <a:t>Blockchain Одит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 45"/>
          <p:cNvSpPr/>
          <p:nvPr/>
        </p:nvSpPr>
        <p:spPr>
          <a:xfrm>
            <a:off x="4483080" y="5118120"/>
            <a:ext cx="330372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Непроменяема история на всички действия с оборудването за максимална прозрачност и сигурност.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49"/>
          <p:cNvSpPr/>
          <p:nvPr/>
        </p:nvSpPr>
        <p:spPr>
          <a:xfrm>
            <a:off x="8128080" y="4057560"/>
            <a:ext cx="3684600" cy="2627640"/>
          </a:xfrm>
          <a:custGeom>
            <a:avLst/>
            <a:gdLst>
              <a:gd name="textAreaLeft" fmla="*/ 0 w 3684600"/>
              <a:gd name="textAreaRight" fmla="*/ 3686040 w 3684600"/>
              <a:gd name="textAreaTop" fmla="*/ 0 h 2627640"/>
              <a:gd name="textAreaBottom" fmla="*/ 2629080 h 2627640"/>
            </a:gdLst>
            <a:ahLst/>
            <a:rect l="textAreaLeft" t="textAreaTop" r="textAreaRight" b="textAreaBottom"/>
            <a:pathLst>
              <a:path w="3686175" h="2628900">
                <a:moveTo>
                  <a:pt x="152397" y="0"/>
                </a:moveTo>
                <a:lnTo>
                  <a:pt x="3533778" y="0"/>
                </a:lnTo>
                <a:cubicBezTo>
                  <a:pt x="3617944" y="0"/>
                  <a:pt x="3686175" y="68231"/>
                  <a:pt x="3686175" y="152397"/>
                </a:cubicBezTo>
                <a:lnTo>
                  <a:pt x="3686175" y="2476503"/>
                </a:lnTo>
                <a:cubicBezTo>
                  <a:pt x="3686175" y="2560669"/>
                  <a:pt x="3617944" y="2628900"/>
                  <a:pt x="3533778" y="2628900"/>
                </a:cubicBezTo>
                <a:lnTo>
                  <a:pt x="152397" y="2628900"/>
                </a:lnTo>
                <a:cubicBezTo>
                  <a:pt x="68231" y="2628900"/>
                  <a:pt x="0" y="2560669"/>
                  <a:pt x="0" y="24765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2700000"/>
          </a:gra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50"/>
          <p:cNvSpPr/>
          <p:nvPr/>
        </p:nvSpPr>
        <p:spPr>
          <a:xfrm>
            <a:off x="8356680" y="4286160"/>
            <a:ext cx="532080" cy="532080"/>
          </a:xfrm>
          <a:custGeom>
            <a:avLst/>
            <a:gdLst>
              <a:gd name="textAreaLeft" fmla="*/ 0 w 532080"/>
              <a:gd name="textAreaRight" fmla="*/ 533520 w 532080"/>
              <a:gd name="textAreaTop" fmla="*/ 0 h 532080"/>
              <a:gd name="textAreaBottom" fmla="*/ 533520 h 532080"/>
            </a:gdLst>
            <a:ahLst/>
            <a:rect l="textAreaLeft" t="textAreaTop" r="textAreaRight" b="textAreaBottom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51"/>
          <p:cNvSpPr/>
          <p:nvPr/>
        </p:nvSpPr>
        <p:spPr>
          <a:xfrm>
            <a:off x="8480520" y="4438800"/>
            <a:ext cx="284400" cy="227160"/>
          </a:xfrm>
          <a:custGeom>
            <a:avLst/>
            <a:gdLst>
              <a:gd name="textAreaLeft" fmla="*/ 0 w 284400"/>
              <a:gd name="textAreaRight" fmla="*/ 285840 w 28440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w="285750" h="22860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 52"/>
          <p:cNvSpPr/>
          <p:nvPr/>
        </p:nvSpPr>
        <p:spPr>
          <a:xfrm>
            <a:off x="9004320" y="4419720"/>
            <a:ext cx="26532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Liter"/>
                <a:ea typeface="Liter"/>
              </a:rPr>
              <a:t>Безкрайни Възможности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 53"/>
          <p:cNvSpPr/>
          <p:nvPr/>
        </p:nvSpPr>
        <p:spPr>
          <a:xfrm>
            <a:off x="8356680" y="4971960"/>
            <a:ext cx="33037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Архитектурата позволява лесно добавяне на нови функционалности и интеграции.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54"/>
          <p:cNvSpPr/>
          <p:nvPr/>
        </p:nvSpPr>
        <p:spPr>
          <a:xfrm>
            <a:off x="8375760" y="565776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Text 55"/>
          <p:cNvSpPr/>
          <p:nvPr/>
        </p:nvSpPr>
        <p:spPr>
          <a:xfrm>
            <a:off x="8623080" y="5619600"/>
            <a:ext cx="166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API за интеграции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56"/>
          <p:cNvSpPr/>
          <p:nvPr/>
        </p:nvSpPr>
        <p:spPr>
          <a:xfrm>
            <a:off x="8375760" y="596268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Text 57"/>
          <p:cNvSpPr/>
          <p:nvPr/>
        </p:nvSpPr>
        <p:spPr>
          <a:xfrm>
            <a:off x="8623080" y="5924520"/>
            <a:ext cx="1891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Webhook поддръжка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58"/>
          <p:cNvSpPr/>
          <p:nvPr/>
        </p:nvSpPr>
        <p:spPr>
          <a:xfrm>
            <a:off x="8375760" y="6267600"/>
            <a:ext cx="150840" cy="150840"/>
          </a:xfrm>
          <a:custGeom>
            <a:avLst/>
            <a:gdLst>
              <a:gd name="textAreaLeft" fmla="*/ 0 w 150840"/>
              <a:gd name="textAreaRight" fmla="*/ 152280 w 150840"/>
              <a:gd name="textAreaTop" fmla="*/ 0 h 150840"/>
              <a:gd name="textAreaBottom" fmla="*/ 152280 h 150840"/>
            </a:gdLst>
            <a:ah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59"/>
          <p:cNvSpPr/>
          <p:nvPr/>
        </p:nvSpPr>
        <p:spPr>
          <a:xfrm>
            <a:off x="8623080" y="6229440"/>
            <a:ext cx="1208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Плъгин система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Shape 0"/>
          <p:cNvSpPr/>
          <p:nvPr/>
        </p:nvSpPr>
        <p:spPr>
          <a:xfrm>
            <a:off x="349920" y="349920"/>
            <a:ext cx="418320" cy="418320"/>
          </a:xfrm>
          <a:custGeom>
            <a:avLst/>
            <a:gdLst>
              <a:gd name="textAreaLeft" fmla="*/ 0 w 418320"/>
              <a:gd name="textAreaRight" fmla="*/ 419760 w 418320"/>
              <a:gd name="textAreaTop" fmla="*/ 0 h 418320"/>
              <a:gd name="textAreaBottom" fmla="*/ 419760 h 418320"/>
            </a:gdLst>
            <a:ahLst/>
            <a:rect l="textAreaLeft" t="textAreaTop" r="textAreaRight" b="textAreaBottom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Shape 1"/>
          <p:cNvSpPr/>
          <p:nvPr/>
        </p:nvSpPr>
        <p:spPr>
          <a:xfrm>
            <a:off x="472320" y="472320"/>
            <a:ext cx="173520" cy="173520"/>
          </a:xfrm>
          <a:custGeom>
            <a:avLst/>
            <a:gdLst>
              <a:gd name="textAreaLeft" fmla="*/ 0 w 173520"/>
              <a:gd name="textAreaRight" fmla="*/ 174960 w 173520"/>
              <a:gd name="textAreaTop" fmla="*/ 0 h 173520"/>
              <a:gd name="textAreaBottom" fmla="*/ 174960 h 173520"/>
            </a:gdLst>
            <a:ahLst/>
            <a:rect l="textAreaLeft" t="textAreaTop" r="textAreaRight" b="textAreaBottom"/>
            <a:pathLst>
              <a:path w="174921" h="174921">
                <a:moveTo>
                  <a:pt x="10933" y="10933"/>
                </a:moveTo>
                <a:cubicBezTo>
                  <a:pt x="16980" y="10933"/>
                  <a:pt x="21865" y="15818"/>
                  <a:pt x="21865" y="21865"/>
                </a:cubicBezTo>
                <a:lnTo>
                  <a:pt x="21865" y="136657"/>
                </a:lnTo>
                <a:cubicBezTo>
                  <a:pt x="21865" y="139664"/>
                  <a:pt x="24325" y="142123"/>
                  <a:pt x="27331" y="142123"/>
                </a:cubicBezTo>
                <a:lnTo>
                  <a:pt x="163989" y="142123"/>
                </a:lnTo>
                <a:cubicBezTo>
                  <a:pt x="170036" y="142123"/>
                  <a:pt x="174921" y="147009"/>
                  <a:pt x="174921" y="153056"/>
                </a:cubicBezTo>
                <a:cubicBezTo>
                  <a:pt x="174921" y="159103"/>
                  <a:pt x="170036" y="163989"/>
                  <a:pt x="163989" y="163989"/>
                </a:cubicBezTo>
                <a:lnTo>
                  <a:pt x="27331" y="163989"/>
                </a:lnTo>
                <a:cubicBezTo>
                  <a:pt x="12231" y="163989"/>
                  <a:pt x="0" y="151758"/>
                  <a:pt x="0" y="136657"/>
                </a:cubicBezTo>
                <a:lnTo>
                  <a:pt x="0" y="21865"/>
                </a:lnTo>
                <a:cubicBezTo>
                  <a:pt x="0" y="15818"/>
                  <a:pt x="4885" y="10933"/>
                  <a:pt x="10933" y="10933"/>
                </a:cubicBezTo>
                <a:close/>
                <a:moveTo>
                  <a:pt x="43730" y="32798"/>
                </a:moveTo>
                <a:cubicBezTo>
                  <a:pt x="43730" y="26751"/>
                  <a:pt x="48616" y="21865"/>
                  <a:pt x="54663" y="21865"/>
                </a:cubicBezTo>
                <a:lnTo>
                  <a:pt x="120258" y="21865"/>
                </a:lnTo>
                <a:cubicBezTo>
                  <a:pt x="126305" y="21865"/>
                  <a:pt x="131191" y="26751"/>
                  <a:pt x="131191" y="32798"/>
                </a:cubicBezTo>
                <a:cubicBezTo>
                  <a:pt x="131191" y="38845"/>
                  <a:pt x="126305" y="43730"/>
                  <a:pt x="120258" y="43730"/>
                </a:cubicBezTo>
                <a:lnTo>
                  <a:pt x="54663" y="43730"/>
                </a:lnTo>
                <a:cubicBezTo>
                  <a:pt x="48616" y="43730"/>
                  <a:pt x="43730" y="38845"/>
                  <a:pt x="43730" y="32798"/>
                </a:cubicBezTo>
                <a:close/>
                <a:moveTo>
                  <a:pt x="54663" y="60129"/>
                </a:moveTo>
                <a:lnTo>
                  <a:pt x="98393" y="60129"/>
                </a:lnTo>
                <a:cubicBezTo>
                  <a:pt x="104440" y="60129"/>
                  <a:pt x="109326" y="65015"/>
                  <a:pt x="109326" y="71062"/>
                </a:cubicBezTo>
                <a:cubicBezTo>
                  <a:pt x="109326" y="77109"/>
                  <a:pt x="104440" y="81994"/>
                  <a:pt x="98393" y="81994"/>
                </a:cubicBezTo>
                <a:lnTo>
                  <a:pt x="54663" y="81994"/>
                </a:lnTo>
                <a:cubicBezTo>
                  <a:pt x="48616" y="81994"/>
                  <a:pt x="43730" y="77109"/>
                  <a:pt x="43730" y="71062"/>
                </a:cubicBezTo>
                <a:cubicBezTo>
                  <a:pt x="43730" y="65015"/>
                  <a:pt x="48616" y="60129"/>
                  <a:pt x="54663" y="60129"/>
                </a:cubicBezTo>
                <a:close/>
                <a:moveTo>
                  <a:pt x="54663" y="98393"/>
                </a:moveTo>
                <a:lnTo>
                  <a:pt x="142123" y="98393"/>
                </a:lnTo>
                <a:cubicBezTo>
                  <a:pt x="148170" y="98393"/>
                  <a:pt x="153056" y="103279"/>
                  <a:pt x="153056" y="109326"/>
                </a:cubicBezTo>
                <a:cubicBezTo>
                  <a:pt x="153056" y="115373"/>
                  <a:pt x="148170" y="120258"/>
                  <a:pt x="142123" y="120258"/>
                </a:cubicBezTo>
                <a:lnTo>
                  <a:pt x="54663" y="120258"/>
                </a:lnTo>
                <a:cubicBezTo>
                  <a:pt x="48616" y="120258"/>
                  <a:pt x="43730" y="115373"/>
                  <a:pt x="43730" y="109326"/>
                </a:cubicBezTo>
                <a:cubicBezTo>
                  <a:pt x="43730" y="103279"/>
                  <a:pt x="48616" y="98393"/>
                  <a:pt x="54663" y="983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 2"/>
          <p:cNvSpPr/>
          <p:nvPr/>
        </p:nvSpPr>
        <p:spPr>
          <a:xfrm>
            <a:off x="874440" y="349920"/>
            <a:ext cx="52966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309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Статистика на Проекта</a:t>
            </a:r>
            <a:endParaRPr b="0" lang="en-US" sz="33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3"/>
          <p:cNvSpPr/>
          <p:nvPr/>
        </p:nvSpPr>
        <p:spPr>
          <a:xfrm>
            <a:off x="874440" y="839520"/>
            <a:ext cx="110534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37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Обем и сложност на разработката</a:t>
            </a:r>
            <a:endParaRPr b="0" lang="en-US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4"/>
          <p:cNvSpPr/>
          <p:nvPr/>
        </p:nvSpPr>
        <p:spPr>
          <a:xfrm>
            <a:off x="349920" y="1259280"/>
            <a:ext cx="3715560" cy="1992600"/>
          </a:xfrm>
          <a:custGeom>
            <a:avLst/>
            <a:gdLst>
              <a:gd name="textAreaLeft" fmla="*/ 0 w 3715560"/>
              <a:gd name="textAreaRight" fmla="*/ 3717000 w 3715560"/>
              <a:gd name="textAreaTop" fmla="*/ 0 h 1992600"/>
              <a:gd name="textAreaBottom" fmla="*/ 1994040 h 1992600"/>
            </a:gdLst>
            <a:ahLst/>
            <a:rect l="textAreaLeft" t="textAreaTop" r="textAreaRight" b="textAreaBottom"/>
            <a:pathLst>
              <a:path w="3717073" h="1994100">
                <a:moveTo>
                  <a:pt x="139946" y="0"/>
                </a:moveTo>
                <a:lnTo>
                  <a:pt x="3577127" y="0"/>
                </a:lnTo>
                <a:cubicBezTo>
                  <a:pt x="3654417" y="0"/>
                  <a:pt x="3717073" y="62656"/>
                  <a:pt x="3717073" y="139946"/>
                </a:cubicBezTo>
                <a:lnTo>
                  <a:pt x="3717073" y="1854154"/>
                </a:lnTo>
                <a:cubicBezTo>
                  <a:pt x="3717073" y="1931444"/>
                  <a:pt x="3654417" y="1994100"/>
                  <a:pt x="3577127" y="1994100"/>
                </a:cubicBezTo>
                <a:lnTo>
                  <a:pt x="139946" y="1994100"/>
                </a:lnTo>
                <a:cubicBezTo>
                  <a:pt x="62656" y="1994100"/>
                  <a:pt x="0" y="1931444"/>
                  <a:pt x="0" y="1854154"/>
                </a:cubicBezTo>
                <a:lnTo>
                  <a:pt x="0" y="139946"/>
                </a:lnTo>
                <a:cubicBezTo>
                  <a:pt x="0" y="62708"/>
                  <a:pt x="62708" y="0"/>
                  <a:pt x="139946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3b82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18520" dir="5400000" dist="1749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5"/>
          <p:cNvSpPr/>
          <p:nvPr/>
        </p:nvSpPr>
        <p:spPr>
          <a:xfrm>
            <a:off x="586080" y="1591920"/>
            <a:ext cx="470880" cy="418320"/>
          </a:xfrm>
          <a:custGeom>
            <a:avLst/>
            <a:gdLst>
              <a:gd name="textAreaLeft" fmla="*/ 0 w 470880"/>
              <a:gd name="textAreaRight" fmla="*/ 472320 w 470880"/>
              <a:gd name="textAreaTop" fmla="*/ 0 h 418320"/>
              <a:gd name="textAreaBottom" fmla="*/ 419760 h 418320"/>
            </a:gdLst>
            <a:ahLst/>
            <a:rect l="textAreaLeft" t="textAreaTop" r="textAreaRight" b="textAreaBottom"/>
            <a:pathLst>
              <a:path w="472287" h="419811">
                <a:moveTo>
                  <a:pt x="295835" y="984"/>
                </a:moveTo>
                <a:cubicBezTo>
                  <a:pt x="281896" y="-3034"/>
                  <a:pt x="267383" y="5084"/>
                  <a:pt x="263366" y="19023"/>
                </a:cubicBezTo>
                <a:lnTo>
                  <a:pt x="158413" y="386357"/>
                </a:lnTo>
                <a:cubicBezTo>
                  <a:pt x="154395" y="400296"/>
                  <a:pt x="162513" y="414809"/>
                  <a:pt x="176452" y="418827"/>
                </a:cubicBezTo>
                <a:cubicBezTo>
                  <a:pt x="190391" y="422844"/>
                  <a:pt x="204904" y="414727"/>
                  <a:pt x="208921" y="400788"/>
                </a:cubicBezTo>
                <a:lnTo>
                  <a:pt x="313874" y="33454"/>
                </a:lnTo>
                <a:cubicBezTo>
                  <a:pt x="317892" y="19515"/>
                  <a:pt x="309774" y="5002"/>
                  <a:pt x="295835" y="984"/>
                </a:cubicBezTo>
                <a:close/>
                <a:moveTo>
                  <a:pt x="348804" y="112578"/>
                </a:moveTo>
                <a:cubicBezTo>
                  <a:pt x="338554" y="122827"/>
                  <a:pt x="338554" y="139472"/>
                  <a:pt x="348804" y="149722"/>
                </a:cubicBezTo>
                <a:lnTo>
                  <a:pt x="408987" y="209905"/>
                </a:lnTo>
                <a:lnTo>
                  <a:pt x="348804" y="270089"/>
                </a:lnTo>
                <a:cubicBezTo>
                  <a:pt x="338554" y="280338"/>
                  <a:pt x="338554" y="296983"/>
                  <a:pt x="348804" y="307232"/>
                </a:cubicBezTo>
                <a:cubicBezTo>
                  <a:pt x="359053" y="317482"/>
                  <a:pt x="375698" y="317482"/>
                  <a:pt x="385947" y="307232"/>
                </a:cubicBezTo>
                <a:lnTo>
                  <a:pt x="464661" y="228518"/>
                </a:lnTo>
                <a:cubicBezTo>
                  <a:pt x="474911" y="218269"/>
                  <a:pt x="474911" y="201624"/>
                  <a:pt x="464661" y="191375"/>
                </a:cubicBezTo>
                <a:lnTo>
                  <a:pt x="385947" y="112660"/>
                </a:lnTo>
                <a:cubicBezTo>
                  <a:pt x="375698" y="102411"/>
                  <a:pt x="359053" y="102411"/>
                  <a:pt x="348804" y="112660"/>
                </a:cubicBezTo>
                <a:close/>
                <a:moveTo>
                  <a:pt x="123565" y="112578"/>
                </a:moveTo>
                <a:cubicBezTo>
                  <a:pt x="113316" y="102329"/>
                  <a:pt x="96671" y="102329"/>
                  <a:pt x="86422" y="112578"/>
                </a:cubicBezTo>
                <a:lnTo>
                  <a:pt x="7707" y="191293"/>
                </a:lnTo>
                <a:cubicBezTo>
                  <a:pt x="-2542" y="201542"/>
                  <a:pt x="-2542" y="218187"/>
                  <a:pt x="7707" y="228436"/>
                </a:cubicBezTo>
                <a:lnTo>
                  <a:pt x="86422" y="307151"/>
                </a:lnTo>
                <a:cubicBezTo>
                  <a:pt x="96671" y="317400"/>
                  <a:pt x="113316" y="317400"/>
                  <a:pt x="123565" y="307151"/>
                </a:cubicBezTo>
                <a:cubicBezTo>
                  <a:pt x="133815" y="296901"/>
                  <a:pt x="133815" y="280256"/>
                  <a:pt x="123565" y="270007"/>
                </a:cubicBezTo>
                <a:lnTo>
                  <a:pt x="63382" y="209905"/>
                </a:lnTo>
                <a:lnTo>
                  <a:pt x="123483" y="149722"/>
                </a:lnTo>
                <a:cubicBezTo>
                  <a:pt x="133733" y="139472"/>
                  <a:pt x="133733" y="122827"/>
                  <a:pt x="123483" y="11257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 6"/>
          <p:cNvSpPr/>
          <p:nvPr/>
        </p:nvSpPr>
        <p:spPr>
          <a:xfrm>
            <a:off x="2790360" y="1469160"/>
            <a:ext cx="10656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80000"/>
              </a:lnSpc>
            </a:pPr>
            <a:r>
              <a:rPr b="1" lang="en-US" sz="3309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15K+</a:t>
            </a:r>
            <a:endParaRPr b="0" lang="en-US" sz="33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 7"/>
          <p:cNvSpPr/>
          <p:nvPr/>
        </p:nvSpPr>
        <p:spPr>
          <a:xfrm>
            <a:off x="2921760" y="1889280"/>
            <a:ext cx="93456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0" lang="en-US" sz="124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Редове Код</a:t>
            </a:r>
            <a:endParaRPr b="0" lang="en-US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 8"/>
          <p:cNvSpPr/>
          <p:nvPr/>
        </p:nvSpPr>
        <p:spPr>
          <a:xfrm>
            <a:off x="559800" y="2274120"/>
            <a:ext cx="14965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Frontend (React)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 9"/>
          <p:cNvSpPr/>
          <p:nvPr/>
        </p:nvSpPr>
        <p:spPr>
          <a:xfrm>
            <a:off x="3485160" y="2274120"/>
            <a:ext cx="4359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6,500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Text 10"/>
          <p:cNvSpPr/>
          <p:nvPr/>
        </p:nvSpPr>
        <p:spPr>
          <a:xfrm>
            <a:off x="559800" y="2553840"/>
            <a:ext cx="17251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Backend (Node.js)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 11"/>
          <p:cNvSpPr/>
          <p:nvPr/>
        </p:nvSpPr>
        <p:spPr>
          <a:xfrm>
            <a:off x="3490920" y="2553840"/>
            <a:ext cx="4269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5,200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 12"/>
          <p:cNvSpPr/>
          <p:nvPr/>
        </p:nvSpPr>
        <p:spPr>
          <a:xfrm>
            <a:off x="559800" y="2833560"/>
            <a:ext cx="12679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Tests &amp; Config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Text 13"/>
          <p:cNvSpPr/>
          <p:nvPr/>
        </p:nvSpPr>
        <p:spPr>
          <a:xfrm>
            <a:off x="3488040" y="2833560"/>
            <a:ext cx="4359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3,300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14"/>
          <p:cNvSpPr/>
          <p:nvPr/>
        </p:nvSpPr>
        <p:spPr>
          <a:xfrm>
            <a:off x="4238280" y="1259280"/>
            <a:ext cx="3715560" cy="1992600"/>
          </a:xfrm>
          <a:custGeom>
            <a:avLst/>
            <a:gdLst>
              <a:gd name="textAreaLeft" fmla="*/ 0 w 3715560"/>
              <a:gd name="textAreaRight" fmla="*/ 3717000 w 3715560"/>
              <a:gd name="textAreaTop" fmla="*/ 0 h 1992600"/>
              <a:gd name="textAreaBottom" fmla="*/ 1994040 h 1992600"/>
            </a:gdLst>
            <a:ahLst/>
            <a:rect l="textAreaLeft" t="textAreaTop" r="textAreaRight" b="textAreaBottom"/>
            <a:pathLst>
              <a:path w="3717073" h="1994100">
                <a:moveTo>
                  <a:pt x="139946" y="0"/>
                </a:moveTo>
                <a:lnTo>
                  <a:pt x="3577127" y="0"/>
                </a:lnTo>
                <a:cubicBezTo>
                  <a:pt x="3654417" y="0"/>
                  <a:pt x="3717073" y="62656"/>
                  <a:pt x="3717073" y="139946"/>
                </a:cubicBezTo>
                <a:lnTo>
                  <a:pt x="3717073" y="1854154"/>
                </a:lnTo>
                <a:cubicBezTo>
                  <a:pt x="3717073" y="1931444"/>
                  <a:pt x="3654417" y="1994100"/>
                  <a:pt x="3577127" y="1994100"/>
                </a:cubicBezTo>
                <a:lnTo>
                  <a:pt x="139946" y="1994100"/>
                </a:lnTo>
                <a:cubicBezTo>
                  <a:pt x="62656" y="1994100"/>
                  <a:pt x="0" y="1931444"/>
                  <a:pt x="0" y="1854154"/>
                </a:cubicBezTo>
                <a:lnTo>
                  <a:pt x="0" y="139946"/>
                </a:lnTo>
                <a:cubicBezTo>
                  <a:pt x="0" y="62708"/>
                  <a:pt x="62708" y="0"/>
                  <a:pt x="139946" y="0"/>
                </a:cubicBezTo>
                <a:close/>
              </a:path>
            </a:pathLst>
          </a:custGeom>
          <a:gradFill rotWithShape="0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18520" dir="5400000" dist="1749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15"/>
          <p:cNvSpPr/>
          <p:nvPr/>
        </p:nvSpPr>
        <p:spPr>
          <a:xfrm>
            <a:off x="4500360" y="1591920"/>
            <a:ext cx="418320" cy="418320"/>
          </a:xfrm>
          <a:custGeom>
            <a:avLst/>
            <a:gdLst>
              <a:gd name="textAreaLeft" fmla="*/ 0 w 418320"/>
              <a:gd name="textAreaRight" fmla="*/ 419760 w 418320"/>
              <a:gd name="textAreaTop" fmla="*/ 0 h 418320"/>
              <a:gd name="textAreaBottom" fmla="*/ 419760 h 418320"/>
            </a:gdLst>
            <a:ahLst/>
            <a:rect l="textAreaLeft" t="textAreaTop" r="textAreaRight" b="textAreaBottom"/>
            <a:pathLst>
              <a:path w="419811" h="419811">
                <a:moveTo>
                  <a:pt x="232864" y="-1066"/>
                </a:moveTo>
                <a:cubicBezTo>
                  <a:pt x="218679" y="-9265"/>
                  <a:pt x="201132" y="-9265"/>
                  <a:pt x="186947" y="-1066"/>
                </a:cubicBezTo>
                <a:lnTo>
                  <a:pt x="117908" y="38783"/>
                </a:lnTo>
                <a:cubicBezTo>
                  <a:pt x="103723" y="46983"/>
                  <a:pt x="94949" y="62152"/>
                  <a:pt x="94949" y="78551"/>
                </a:cubicBezTo>
                <a:lnTo>
                  <a:pt x="94949" y="162103"/>
                </a:lnTo>
                <a:lnTo>
                  <a:pt x="22548" y="203920"/>
                </a:lnTo>
                <a:cubicBezTo>
                  <a:pt x="8363" y="212119"/>
                  <a:pt x="-410" y="227288"/>
                  <a:pt x="-410" y="243687"/>
                </a:cubicBezTo>
                <a:lnTo>
                  <a:pt x="-410" y="323467"/>
                </a:lnTo>
                <a:cubicBezTo>
                  <a:pt x="-410" y="339866"/>
                  <a:pt x="8363" y="355035"/>
                  <a:pt x="22548" y="363235"/>
                </a:cubicBezTo>
                <a:lnTo>
                  <a:pt x="91670" y="403084"/>
                </a:lnTo>
                <a:cubicBezTo>
                  <a:pt x="105855" y="411283"/>
                  <a:pt x="123401" y="411283"/>
                  <a:pt x="137586" y="403084"/>
                </a:cubicBezTo>
                <a:lnTo>
                  <a:pt x="209987" y="361267"/>
                </a:lnTo>
                <a:lnTo>
                  <a:pt x="282388" y="403084"/>
                </a:lnTo>
                <a:cubicBezTo>
                  <a:pt x="296573" y="411283"/>
                  <a:pt x="314120" y="411283"/>
                  <a:pt x="328305" y="403084"/>
                </a:cubicBezTo>
                <a:lnTo>
                  <a:pt x="397262" y="363235"/>
                </a:lnTo>
                <a:cubicBezTo>
                  <a:pt x="411447" y="355035"/>
                  <a:pt x="420221" y="339866"/>
                  <a:pt x="420221" y="323467"/>
                </a:cubicBezTo>
                <a:lnTo>
                  <a:pt x="420221" y="243687"/>
                </a:lnTo>
                <a:cubicBezTo>
                  <a:pt x="420221" y="227288"/>
                  <a:pt x="411447" y="212119"/>
                  <a:pt x="397262" y="203920"/>
                </a:cubicBezTo>
                <a:lnTo>
                  <a:pt x="324861" y="162103"/>
                </a:lnTo>
                <a:lnTo>
                  <a:pt x="324861" y="78551"/>
                </a:lnTo>
                <a:cubicBezTo>
                  <a:pt x="324861" y="62152"/>
                  <a:pt x="316088" y="46983"/>
                  <a:pt x="301903" y="38783"/>
                </a:cubicBezTo>
                <a:lnTo>
                  <a:pt x="232864" y="-1066"/>
                </a:lnTo>
                <a:close/>
                <a:moveTo>
                  <a:pt x="190227" y="239915"/>
                </a:moveTo>
                <a:lnTo>
                  <a:pt x="190227" y="327239"/>
                </a:lnTo>
                <a:lnTo>
                  <a:pt x="117826" y="369056"/>
                </a:lnTo>
                <a:cubicBezTo>
                  <a:pt x="116842" y="369630"/>
                  <a:pt x="115694" y="369958"/>
                  <a:pt x="114546" y="369958"/>
                </a:cubicBezTo>
                <a:lnTo>
                  <a:pt x="114546" y="283618"/>
                </a:lnTo>
                <a:lnTo>
                  <a:pt x="190227" y="239915"/>
                </a:lnTo>
                <a:close/>
                <a:moveTo>
                  <a:pt x="379961" y="240407"/>
                </a:moveTo>
                <a:cubicBezTo>
                  <a:pt x="380535" y="241391"/>
                  <a:pt x="380863" y="242539"/>
                  <a:pt x="380863" y="243687"/>
                </a:cubicBezTo>
                <a:lnTo>
                  <a:pt x="380863" y="323467"/>
                </a:lnTo>
                <a:cubicBezTo>
                  <a:pt x="380863" y="325845"/>
                  <a:pt x="379633" y="327977"/>
                  <a:pt x="377584" y="329125"/>
                </a:cubicBezTo>
                <a:lnTo>
                  <a:pt x="308462" y="368974"/>
                </a:lnTo>
                <a:cubicBezTo>
                  <a:pt x="307478" y="369548"/>
                  <a:pt x="306331" y="369876"/>
                  <a:pt x="305183" y="369876"/>
                </a:cubicBezTo>
                <a:lnTo>
                  <a:pt x="305183" y="283536"/>
                </a:lnTo>
                <a:lnTo>
                  <a:pt x="379961" y="240407"/>
                </a:lnTo>
                <a:close/>
                <a:moveTo>
                  <a:pt x="285586" y="78551"/>
                </a:moveTo>
                <a:lnTo>
                  <a:pt x="285586" y="162103"/>
                </a:lnTo>
                <a:lnTo>
                  <a:pt x="209905" y="205806"/>
                </a:lnTo>
                <a:lnTo>
                  <a:pt x="209905" y="118482"/>
                </a:lnTo>
                <a:lnTo>
                  <a:pt x="284684" y="75353"/>
                </a:lnTo>
                <a:cubicBezTo>
                  <a:pt x="285258" y="76337"/>
                  <a:pt x="285586" y="77485"/>
                  <a:pt x="285586" y="78632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Text 16"/>
          <p:cNvSpPr/>
          <p:nvPr/>
        </p:nvSpPr>
        <p:spPr>
          <a:xfrm>
            <a:off x="6230160" y="1469160"/>
            <a:ext cx="15116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80000"/>
              </a:lnSpc>
            </a:pPr>
            <a:r>
              <a:rPr b="1" lang="en-US" sz="3309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40+</a:t>
            </a:r>
            <a:endParaRPr b="0" lang="en-US" sz="33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Text 17"/>
          <p:cNvSpPr/>
          <p:nvPr/>
        </p:nvSpPr>
        <p:spPr>
          <a:xfrm>
            <a:off x="6172200" y="1889280"/>
            <a:ext cx="156996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0" lang="en-US" sz="124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React Компонента</a:t>
            </a:r>
            <a:endParaRPr b="0" lang="en-US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 18"/>
          <p:cNvSpPr/>
          <p:nvPr/>
        </p:nvSpPr>
        <p:spPr>
          <a:xfrm>
            <a:off x="4448160" y="2274120"/>
            <a:ext cx="26373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UI Компоненти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 19"/>
          <p:cNvSpPr/>
          <p:nvPr/>
        </p:nvSpPr>
        <p:spPr>
          <a:xfrm>
            <a:off x="7619040" y="2274120"/>
            <a:ext cx="190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 20"/>
          <p:cNvSpPr/>
          <p:nvPr/>
        </p:nvSpPr>
        <p:spPr>
          <a:xfrm>
            <a:off x="4448160" y="2553840"/>
            <a:ext cx="80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Страници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Text 21"/>
          <p:cNvSpPr/>
          <p:nvPr/>
        </p:nvSpPr>
        <p:spPr>
          <a:xfrm>
            <a:off x="7626240" y="2553840"/>
            <a:ext cx="1821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Text 22"/>
          <p:cNvSpPr/>
          <p:nvPr/>
        </p:nvSpPr>
        <p:spPr>
          <a:xfrm>
            <a:off x="4448160" y="2833560"/>
            <a:ext cx="8820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Hooks &amp; Utils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 23"/>
          <p:cNvSpPr/>
          <p:nvPr/>
        </p:nvSpPr>
        <p:spPr>
          <a:xfrm>
            <a:off x="7536960" y="2833560"/>
            <a:ext cx="2696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10+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24"/>
          <p:cNvSpPr/>
          <p:nvPr/>
        </p:nvSpPr>
        <p:spPr>
          <a:xfrm>
            <a:off x="8126640" y="1259280"/>
            <a:ext cx="3715560" cy="1992600"/>
          </a:xfrm>
          <a:custGeom>
            <a:avLst/>
            <a:gdLst>
              <a:gd name="textAreaLeft" fmla="*/ 0 w 3715560"/>
              <a:gd name="textAreaRight" fmla="*/ 3717000 w 3715560"/>
              <a:gd name="textAreaTop" fmla="*/ 0 h 1992600"/>
              <a:gd name="textAreaBottom" fmla="*/ 1994040 h 1992600"/>
            </a:gdLst>
            <a:ahLst/>
            <a:rect l="textAreaLeft" t="textAreaTop" r="textAreaRight" b="textAreaBottom"/>
            <a:pathLst>
              <a:path w="3717073" h="1994100">
                <a:moveTo>
                  <a:pt x="139946" y="0"/>
                </a:moveTo>
                <a:lnTo>
                  <a:pt x="3577127" y="0"/>
                </a:lnTo>
                <a:cubicBezTo>
                  <a:pt x="3654417" y="0"/>
                  <a:pt x="3717073" y="62656"/>
                  <a:pt x="3717073" y="139946"/>
                </a:cubicBezTo>
                <a:lnTo>
                  <a:pt x="3717073" y="1854154"/>
                </a:lnTo>
                <a:cubicBezTo>
                  <a:pt x="3717073" y="1931444"/>
                  <a:pt x="3654417" y="1994100"/>
                  <a:pt x="3577127" y="1994100"/>
                </a:cubicBezTo>
                <a:lnTo>
                  <a:pt x="139946" y="1994100"/>
                </a:lnTo>
                <a:cubicBezTo>
                  <a:pt x="62656" y="1994100"/>
                  <a:pt x="0" y="1931444"/>
                  <a:pt x="0" y="1854154"/>
                </a:cubicBezTo>
                <a:lnTo>
                  <a:pt x="0" y="139946"/>
                </a:lnTo>
                <a:cubicBezTo>
                  <a:pt x="0" y="62708"/>
                  <a:pt x="62708" y="0"/>
                  <a:pt x="139946" y="0"/>
                </a:cubicBezTo>
                <a:close/>
              </a:path>
            </a:pathLst>
          </a:custGeom>
          <a:gradFill rotWithShape="0">
            <a:gsLst>
              <a:gs pos="0">
                <a:srgbClr val="8b5cf6"/>
              </a:gs>
              <a:gs pos="100000">
                <a:srgbClr val="8b5cf6">
                  <a:alpha val="80000"/>
                </a:srgbClr>
              </a:gs>
            </a:gsLst>
            <a:lin ang="2700000"/>
          </a:gradFill>
          <a:ln w="0">
            <a:noFill/>
          </a:ln>
          <a:effectLst>
            <a:outerShdw algn="bl" blurRad="218520" dir="5400000" dist="1749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25"/>
          <p:cNvSpPr/>
          <p:nvPr/>
        </p:nvSpPr>
        <p:spPr>
          <a:xfrm>
            <a:off x="8415360" y="1591920"/>
            <a:ext cx="365760" cy="418320"/>
          </a:xfrm>
          <a:custGeom>
            <a:avLst/>
            <a:gdLst>
              <a:gd name="textAreaLeft" fmla="*/ 0 w 365760"/>
              <a:gd name="textAreaRight" fmla="*/ 367200 w 365760"/>
              <a:gd name="textAreaTop" fmla="*/ 0 h 418320"/>
              <a:gd name="textAreaBottom" fmla="*/ 419760 h 418320"/>
            </a:gdLst>
            <a:ahLst/>
            <a:rect l="textAreaLeft" t="textAreaTop" r="textAreaRight" b="textAreaBottom"/>
            <a:pathLst>
              <a:path w="367334" h="419811">
                <a:moveTo>
                  <a:pt x="104953" y="-26238"/>
                </a:moveTo>
                <a:cubicBezTo>
                  <a:pt x="119466" y="-26238"/>
                  <a:pt x="131191" y="-14513"/>
                  <a:pt x="131191" y="0"/>
                </a:cubicBezTo>
                <a:lnTo>
                  <a:pt x="131191" y="78714"/>
                </a:lnTo>
                <a:lnTo>
                  <a:pt x="236143" y="78714"/>
                </a:lnTo>
                <a:lnTo>
                  <a:pt x="236143" y="0"/>
                </a:lnTo>
                <a:cubicBezTo>
                  <a:pt x="236143" y="-14513"/>
                  <a:pt x="247869" y="-26238"/>
                  <a:pt x="262382" y="-26238"/>
                </a:cubicBezTo>
                <a:cubicBezTo>
                  <a:pt x="276895" y="-26238"/>
                  <a:pt x="288620" y="-14513"/>
                  <a:pt x="288620" y="0"/>
                </a:cubicBezTo>
                <a:lnTo>
                  <a:pt x="288620" y="78714"/>
                </a:lnTo>
                <a:lnTo>
                  <a:pt x="341096" y="78714"/>
                </a:lnTo>
                <a:cubicBezTo>
                  <a:pt x="355609" y="78714"/>
                  <a:pt x="367334" y="90440"/>
                  <a:pt x="367334" y="104953"/>
                </a:cubicBezTo>
                <a:cubicBezTo>
                  <a:pt x="367334" y="119466"/>
                  <a:pt x="355609" y="131191"/>
                  <a:pt x="341096" y="131191"/>
                </a:cubicBezTo>
                <a:lnTo>
                  <a:pt x="341096" y="183667"/>
                </a:lnTo>
                <a:cubicBezTo>
                  <a:pt x="341096" y="261644"/>
                  <a:pt x="284356" y="326419"/>
                  <a:pt x="209905" y="338882"/>
                </a:cubicBezTo>
                <a:lnTo>
                  <a:pt x="209905" y="393572"/>
                </a:lnTo>
                <a:cubicBezTo>
                  <a:pt x="209905" y="408085"/>
                  <a:pt x="198180" y="419811"/>
                  <a:pt x="183667" y="419811"/>
                </a:cubicBezTo>
                <a:cubicBezTo>
                  <a:pt x="169154" y="419811"/>
                  <a:pt x="157429" y="408085"/>
                  <a:pt x="157429" y="393572"/>
                </a:cubicBezTo>
                <a:lnTo>
                  <a:pt x="157429" y="338882"/>
                </a:lnTo>
                <a:cubicBezTo>
                  <a:pt x="82978" y="326419"/>
                  <a:pt x="26238" y="261644"/>
                  <a:pt x="26238" y="183667"/>
                </a:cubicBezTo>
                <a:lnTo>
                  <a:pt x="26238" y="131191"/>
                </a:lnTo>
                <a:cubicBezTo>
                  <a:pt x="11725" y="131191"/>
                  <a:pt x="0" y="119466"/>
                  <a:pt x="0" y="104953"/>
                </a:cubicBezTo>
                <a:cubicBezTo>
                  <a:pt x="0" y="90440"/>
                  <a:pt x="11725" y="78714"/>
                  <a:pt x="26238" y="78714"/>
                </a:cubicBezTo>
                <a:lnTo>
                  <a:pt x="78714" y="78714"/>
                </a:lnTo>
                <a:lnTo>
                  <a:pt x="78714" y="0"/>
                </a:lnTo>
                <a:cubicBezTo>
                  <a:pt x="78714" y="-14513"/>
                  <a:pt x="90440" y="-26238"/>
                  <a:pt x="104953" y="-2623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 26"/>
          <p:cNvSpPr/>
          <p:nvPr/>
        </p:nvSpPr>
        <p:spPr>
          <a:xfrm>
            <a:off x="10382040" y="1469160"/>
            <a:ext cx="1249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80000"/>
              </a:lnSpc>
            </a:pPr>
            <a:r>
              <a:rPr b="1" lang="en-US" sz="3309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50+</a:t>
            </a:r>
            <a:endParaRPr b="0" lang="en-US" sz="33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Text 27"/>
          <p:cNvSpPr/>
          <p:nvPr/>
        </p:nvSpPr>
        <p:spPr>
          <a:xfrm>
            <a:off x="10513440" y="1889280"/>
            <a:ext cx="111816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0" lang="en-US" sz="124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API Endpoint-а</a:t>
            </a:r>
            <a:endParaRPr b="0" lang="en-US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Text 28"/>
          <p:cNvSpPr/>
          <p:nvPr/>
        </p:nvSpPr>
        <p:spPr>
          <a:xfrm>
            <a:off x="8336520" y="2274120"/>
            <a:ext cx="8730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Оборудване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Text 29"/>
          <p:cNvSpPr/>
          <p:nvPr/>
        </p:nvSpPr>
        <p:spPr>
          <a:xfrm>
            <a:off x="11510280" y="2274120"/>
            <a:ext cx="190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 30"/>
          <p:cNvSpPr/>
          <p:nvPr/>
        </p:nvSpPr>
        <p:spPr>
          <a:xfrm>
            <a:off x="8336520" y="2553840"/>
            <a:ext cx="5234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Заявки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 31"/>
          <p:cNvSpPr/>
          <p:nvPr/>
        </p:nvSpPr>
        <p:spPr>
          <a:xfrm>
            <a:off x="11514600" y="2553840"/>
            <a:ext cx="1821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Text 32"/>
          <p:cNvSpPr/>
          <p:nvPr/>
        </p:nvSpPr>
        <p:spPr>
          <a:xfrm>
            <a:off x="8336520" y="2833560"/>
            <a:ext cx="172080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Потребители &amp; Други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Text 33"/>
          <p:cNvSpPr/>
          <p:nvPr/>
        </p:nvSpPr>
        <p:spPr>
          <a:xfrm>
            <a:off x="11414520" y="2833560"/>
            <a:ext cx="2872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23+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34"/>
          <p:cNvSpPr/>
          <p:nvPr/>
        </p:nvSpPr>
        <p:spPr>
          <a:xfrm>
            <a:off x="349920" y="3428280"/>
            <a:ext cx="5657400" cy="3426840"/>
          </a:xfrm>
          <a:custGeom>
            <a:avLst/>
            <a:gdLst>
              <a:gd name="textAreaLeft" fmla="*/ 0 w 5657400"/>
              <a:gd name="textAreaRight" fmla="*/ 5658840 w 5657400"/>
              <a:gd name="textAreaTop" fmla="*/ 0 h 3426840"/>
              <a:gd name="textAreaBottom" fmla="*/ 3428280 h 3426840"/>
            </a:gdLst>
            <a:ahLst/>
            <a:rect l="textAreaLeft" t="textAreaTop" r="textAreaRight" b="textAreaBottom"/>
            <a:pathLst>
              <a:path w="5658697" h="3428453">
                <a:moveTo>
                  <a:pt x="139949" y="0"/>
                </a:moveTo>
                <a:lnTo>
                  <a:pt x="5518748" y="0"/>
                </a:lnTo>
                <a:cubicBezTo>
                  <a:pt x="5596040" y="0"/>
                  <a:pt x="5658697" y="62658"/>
                  <a:pt x="5658697" y="139949"/>
                </a:cubicBezTo>
                <a:lnTo>
                  <a:pt x="5658697" y="3288504"/>
                </a:lnTo>
                <a:cubicBezTo>
                  <a:pt x="5658697" y="3365796"/>
                  <a:pt x="5596040" y="3428453"/>
                  <a:pt x="5518748" y="3428453"/>
                </a:cubicBezTo>
                <a:lnTo>
                  <a:pt x="139949" y="3428453"/>
                </a:lnTo>
                <a:cubicBezTo>
                  <a:pt x="62658" y="3428453"/>
                  <a:pt x="0" y="3365796"/>
                  <a:pt x="0" y="3288504"/>
                </a:cubicBezTo>
                <a:lnTo>
                  <a:pt x="0" y="139949"/>
                </a:lnTo>
                <a:cubicBezTo>
                  <a:pt x="0" y="62658"/>
                  <a:pt x="62658" y="0"/>
                  <a:pt x="13994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18520" dir="5400000" dist="1749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35"/>
          <p:cNvSpPr/>
          <p:nvPr/>
        </p:nvSpPr>
        <p:spPr>
          <a:xfrm>
            <a:off x="599040" y="3673440"/>
            <a:ext cx="182160" cy="208440"/>
          </a:xfrm>
          <a:custGeom>
            <a:avLst/>
            <a:gdLst>
              <a:gd name="textAreaLeft" fmla="*/ 0 w 182160"/>
              <a:gd name="textAreaRight" fmla="*/ 183600 w 182160"/>
              <a:gd name="textAreaTop" fmla="*/ 0 h 208440"/>
              <a:gd name="textAreaBottom" fmla="*/ 209880 h 208440"/>
            </a:gdLst>
            <a:ahLst/>
            <a:rect l="textAreaLeft" t="textAreaTop" r="textAreaRight" b="textAreaBottom"/>
            <a:pathLst>
              <a:path w="183667" h="209905">
                <a:moveTo>
                  <a:pt x="183667" y="84372"/>
                </a:moveTo>
                <a:cubicBezTo>
                  <a:pt x="177600" y="88390"/>
                  <a:pt x="170630" y="91629"/>
                  <a:pt x="163374" y="94211"/>
                </a:cubicBezTo>
                <a:cubicBezTo>
                  <a:pt x="144105" y="101099"/>
                  <a:pt x="118810" y="104953"/>
                  <a:pt x="91834" y="104953"/>
                </a:cubicBezTo>
                <a:cubicBezTo>
                  <a:pt x="64857" y="104953"/>
                  <a:pt x="39521" y="101058"/>
                  <a:pt x="20294" y="94211"/>
                </a:cubicBezTo>
                <a:cubicBezTo>
                  <a:pt x="13078" y="91629"/>
                  <a:pt x="6068" y="88390"/>
                  <a:pt x="0" y="84372"/>
                </a:cubicBezTo>
                <a:lnTo>
                  <a:pt x="0" y="118072"/>
                </a:lnTo>
                <a:cubicBezTo>
                  <a:pt x="0" y="136192"/>
                  <a:pt x="41120" y="150869"/>
                  <a:pt x="91834" y="150869"/>
                </a:cubicBezTo>
                <a:cubicBezTo>
                  <a:pt x="142547" y="150869"/>
                  <a:pt x="183667" y="136192"/>
                  <a:pt x="183667" y="118072"/>
                </a:cubicBezTo>
                <a:lnTo>
                  <a:pt x="183667" y="84372"/>
                </a:lnTo>
                <a:close/>
                <a:moveTo>
                  <a:pt x="183667" y="52476"/>
                </a:moveTo>
                <a:lnTo>
                  <a:pt x="183667" y="32798"/>
                </a:lnTo>
                <a:cubicBezTo>
                  <a:pt x="183667" y="14677"/>
                  <a:pt x="142547" y="0"/>
                  <a:pt x="91834" y="0"/>
                </a:cubicBezTo>
                <a:cubicBezTo>
                  <a:pt x="41120" y="0"/>
                  <a:pt x="0" y="14677"/>
                  <a:pt x="0" y="32798"/>
                </a:cubicBezTo>
                <a:lnTo>
                  <a:pt x="0" y="52476"/>
                </a:lnTo>
                <a:cubicBezTo>
                  <a:pt x="0" y="70597"/>
                  <a:pt x="41120" y="85274"/>
                  <a:pt x="91834" y="85274"/>
                </a:cubicBezTo>
                <a:cubicBezTo>
                  <a:pt x="142547" y="85274"/>
                  <a:pt x="183667" y="70597"/>
                  <a:pt x="183667" y="52476"/>
                </a:cubicBezTo>
                <a:close/>
                <a:moveTo>
                  <a:pt x="163374" y="159807"/>
                </a:moveTo>
                <a:cubicBezTo>
                  <a:pt x="144146" y="166653"/>
                  <a:pt x="118851" y="170548"/>
                  <a:pt x="91834" y="170548"/>
                </a:cubicBezTo>
                <a:cubicBezTo>
                  <a:pt x="64816" y="170548"/>
                  <a:pt x="39521" y="166653"/>
                  <a:pt x="20294" y="159807"/>
                </a:cubicBezTo>
                <a:cubicBezTo>
                  <a:pt x="13078" y="157224"/>
                  <a:pt x="6068" y="153985"/>
                  <a:pt x="0" y="149968"/>
                </a:cubicBezTo>
                <a:lnTo>
                  <a:pt x="0" y="177108"/>
                </a:lnTo>
                <a:cubicBezTo>
                  <a:pt x="0" y="195228"/>
                  <a:pt x="41120" y="209905"/>
                  <a:pt x="91834" y="209905"/>
                </a:cubicBezTo>
                <a:cubicBezTo>
                  <a:pt x="142547" y="209905"/>
                  <a:pt x="183667" y="195228"/>
                  <a:pt x="183667" y="177108"/>
                </a:cubicBezTo>
                <a:lnTo>
                  <a:pt x="183667" y="149968"/>
                </a:lnTo>
                <a:cubicBezTo>
                  <a:pt x="177600" y="153985"/>
                  <a:pt x="170630" y="157224"/>
                  <a:pt x="163374" y="159807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36"/>
          <p:cNvSpPr/>
          <p:nvPr/>
        </p:nvSpPr>
        <p:spPr>
          <a:xfrm>
            <a:off x="822240" y="3638520"/>
            <a:ext cx="50799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1e293b"/>
                </a:solidFill>
                <a:latin typeface="Liter"/>
                <a:ea typeface="Liter"/>
              </a:rPr>
              <a:t>База Данни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37"/>
          <p:cNvSpPr/>
          <p:nvPr/>
        </p:nvSpPr>
        <p:spPr>
          <a:xfrm>
            <a:off x="559800" y="409320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 38"/>
          <p:cNvSpPr/>
          <p:nvPr/>
        </p:nvSpPr>
        <p:spPr>
          <a:xfrm>
            <a:off x="621000" y="423324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12+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Text 39"/>
          <p:cNvSpPr/>
          <p:nvPr/>
        </p:nvSpPr>
        <p:spPr>
          <a:xfrm>
            <a:off x="664560" y="461808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Таблици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40"/>
          <p:cNvSpPr/>
          <p:nvPr/>
        </p:nvSpPr>
        <p:spPr>
          <a:xfrm>
            <a:off x="3248640" y="409320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Text 41"/>
          <p:cNvSpPr/>
          <p:nvPr/>
        </p:nvSpPr>
        <p:spPr>
          <a:xfrm>
            <a:off x="3309840" y="423324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∞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Text 42"/>
          <p:cNvSpPr/>
          <p:nvPr/>
        </p:nvSpPr>
        <p:spPr>
          <a:xfrm>
            <a:off x="3353400" y="461808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Схеми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43"/>
          <p:cNvSpPr/>
          <p:nvPr/>
        </p:nvSpPr>
        <p:spPr>
          <a:xfrm>
            <a:off x="559800" y="510768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Text 44"/>
          <p:cNvSpPr/>
          <p:nvPr/>
        </p:nvSpPr>
        <p:spPr>
          <a:xfrm>
            <a:off x="621000" y="524772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45+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Text 45"/>
          <p:cNvSpPr/>
          <p:nvPr/>
        </p:nvSpPr>
        <p:spPr>
          <a:xfrm>
            <a:off x="664560" y="563256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Индекса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46"/>
          <p:cNvSpPr/>
          <p:nvPr/>
        </p:nvSpPr>
        <p:spPr>
          <a:xfrm>
            <a:off x="3248640" y="510768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Text 47"/>
          <p:cNvSpPr/>
          <p:nvPr/>
        </p:nvSpPr>
        <p:spPr>
          <a:xfrm>
            <a:off x="3309840" y="524772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20+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Text 48"/>
          <p:cNvSpPr/>
          <p:nvPr/>
        </p:nvSpPr>
        <p:spPr>
          <a:xfrm>
            <a:off x="3353400" y="563256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Constraint-а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49"/>
          <p:cNvSpPr/>
          <p:nvPr/>
        </p:nvSpPr>
        <p:spPr>
          <a:xfrm>
            <a:off x="6182280" y="3428280"/>
            <a:ext cx="5657400" cy="3426840"/>
          </a:xfrm>
          <a:custGeom>
            <a:avLst/>
            <a:gdLst>
              <a:gd name="textAreaLeft" fmla="*/ 0 w 5657400"/>
              <a:gd name="textAreaRight" fmla="*/ 5658840 w 5657400"/>
              <a:gd name="textAreaTop" fmla="*/ 0 h 3426840"/>
              <a:gd name="textAreaBottom" fmla="*/ 3428280 h 3426840"/>
            </a:gdLst>
            <a:ahLst/>
            <a:rect l="textAreaLeft" t="textAreaTop" r="textAreaRight" b="textAreaBottom"/>
            <a:pathLst>
              <a:path w="5658697" h="3428453">
                <a:moveTo>
                  <a:pt x="139949" y="0"/>
                </a:moveTo>
                <a:lnTo>
                  <a:pt x="5518748" y="0"/>
                </a:lnTo>
                <a:cubicBezTo>
                  <a:pt x="5596040" y="0"/>
                  <a:pt x="5658697" y="62658"/>
                  <a:pt x="5658697" y="139949"/>
                </a:cubicBezTo>
                <a:lnTo>
                  <a:pt x="5658697" y="3288504"/>
                </a:lnTo>
                <a:cubicBezTo>
                  <a:pt x="5658697" y="3365796"/>
                  <a:pt x="5596040" y="3428453"/>
                  <a:pt x="5518748" y="3428453"/>
                </a:cubicBezTo>
                <a:lnTo>
                  <a:pt x="139949" y="3428453"/>
                </a:lnTo>
                <a:cubicBezTo>
                  <a:pt x="62658" y="3428453"/>
                  <a:pt x="0" y="3365796"/>
                  <a:pt x="0" y="3288504"/>
                </a:cubicBezTo>
                <a:lnTo>
                  <a:pt x="0" y="139949"/>
                </a:lnTo>
                <a:cubicBezTo>
                  <a:pt x="0" y="62658"/>
                  <a:pt x="62658" y="0"/>
                  <a:pt x="13994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algn="bl" blurRad="218520" dir="5400000" dist="1749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50"/>
          <p:cNvSpPr/>
          <p:nvPr/>
        </p:nvSpPr>
        <p:spPr>
          <a:xfrm>
            <a:off x="6392160" y="3673440"/>
            <a:ext cx="261000" cy="208440"/>
          </a:xfrm>
          <a:custGeom>
            <a:avLst/>
            <a:gdLst>
              <a:gd name="textAreaLeft" fmla="*/ 0 w 261000"/>
              <a:gd name="textAreaRight" fmla="*/ 262440 w 261000"/>
              <a:gd name="textAreaTop" fmla="*/ 0 h 208440"/>
              <a:gd name="textAreaBottom" fmla="*/ 209880 h 208440"/>
            </a:gdLst>
            <a:ahLst/>
            <a:rect l="textAreaLeft" t="textAreaTop" r="textAreaRight" b="textAreaBottom"/>
            <a:pathLst>
              <a:path w="262382" h="209905">
                <a:moveTo>
                  <a:pt x="143449" y="96876"/>
                </a:moveTo>
                <a:lnTo>
                  <a:pt x="116350" y="96876"/>
                </a:lnTo>
                <a:lnTo>
                  <a:pt x="116350" y="72524"/>
                </a:lnTo>
                <a:lnTo>
                  <a:pt x="143449" y="72524"/>
                </a:lnTo>
                <a:lnTo>
                  <a:pt x="143449" y="96876"/>
                </a:lnTo>
                <a:close/>
                <a:moveTo>
                  <a:pt x="143449" y="13119"/>
                </a:moveTo>
                <a:lnTo>
                  <a:pt x="116350" y="13119"/>
                </a:lnTo>
                <a:lnTo>
                  <a:pt x="116350" y="38004"/>
                </a:lnTo>
                <a:lnTo>
                  <a:pt x="143449" y="38004"/>
                </a:lnTo>
                <a:lnTo>
                  <a:pt x="143449" y="13119"/>
                </a:lnTo>
                <a:close/>
                <a:moveTo>
                  <a:pt x="175509" y="72483"/>
                </a:moveTo>
                <a:lnTo>
                  <a:pt x="148410" y="72483"/>
                </a:lnTo>
                <a:lnTo>
                  <a:pt x="148410" y="96835"/>
                </a:lnTo>
                <a:lnTo>
                  <a:pt x="175509" y="96835"/>
                </a:lnTo>
                <a:lnTo>
                  <a:pt x="175509" y="72483"/>
                </a:lnTo>
                <a:close/>
                <a:moveTo>
                  <a:pt x="111430" y="42924"/>
                </a:moveTo>
                <a:lnTo>
                  <a:pt x="84331" y="42924"/>
                </a:lnTo>
                <a:lnTo>
                  <a:pt x="84331" y="67563"/>
                </a:lnTo>
                <a:lnTo>
                  <a:pt x="111430" y="67563"/>
                </a:lnTo>
                <a:lnTo>
                  <a:pt x="111430" y="42924"/>
                </a:lnTo>
                <a:close/>
                <a:moveTo>
                  <a:pt x="143449" y="42924"/>
                </a:moveTo>
                <a:lnTo>
                  <a:pt x="116350" y="42924"/>
                </a:lnTo>
                <a:lnTo>
                  <a:pt x="116350" y="67563"/>
                </a:lnTo>
                <a:lnTo>
                  <a:pt x="143449" y="67563"/>
                </a:lnTo>
                <a:lnTo>
                  <a:pt x="143449" y="42924"/>
                </a:lnTo>
                <a:close/>
                <a:moveTo>
                  <a:pt x="256929" y="83921"/>
                </a:moveTo>
                <a:cubicBezTo>
                  <a:pt x="251025" y="79944"/>
                  <a:pt x="237414" y="78510"/>
                  <a:pt x="226960" y="80477"/>
                </a:cubicBezTo>
                <a:cubicBezTo>
                  <a:pt x="225607" y="70638"/>
                  <a:pt x="220114" y="62070"/>
                  <a:pt x="210110" y="54362"/>
                </a:cubicBezTo>
                <a:lnTo>
                  <a:pt x="204371" y="50549"/>
                </a:lnTo>
                <a:lnTo>
                  <a:pt x="200558" y="56289"/>
                </a:lnTo>
                <a:cubicBezTo>
                  <a:pt x="193014" y="67686"/>
                  <a:pt x="190965" y="86463"/>
                  <a:pt x="199041" y="98844"/>
                </a:cubicBezTo>
                <a:cubicBezTo>
                  <a:pt x="195474" y="100771"/>
                  <a:pt x="188464" y="103395"/>
                  <a:pt x="179198" y="103231"/>
                </a:cubicBezTo>
                <a:lnTo>
                  <a:pt x="984" y="103231"/>
                </a:lnTo>
                <a:cubicBezTo>
                  <a:pt x="-2583" y="124057"/>
                  <a:pt x="3362" y="151115"/>
                  <a:pt x="19023" y="169687"/>
                </a:cubicBezTo>
                <a:cubicBezTo>
                  <a:pt x="34233" y="187685"/>
                  <a:pt x="57027" y="196827"/>
                  <a:pt x="86832" y="196827"/>
                </a:cubicBezTo>
                <a:cubicBezTo>
                  <a:pt x="151361" y="196827"/>
                  <a:pt x="199123" y="167104"/>
                  <a:pt x="221466" y="113111"/>
                </a:cubicBezTo>
                <a:cubicBezTo>
                  <a:pt x="230240" y="113275"/>
                  <a:pt x="249181" y="113152"/>
                  <a:pt x="258897" y="94580"/>
                </a:cubicBezTo>
                <a:cubicBezTo>
                  <a:pt x="259512" y="93555"/>
                  <a:pt x="261603" y="89169"/>
                  <a:pt x="262382" y="87570"/>
                </a:cubicBezTo>
                <a:lnTo>
                  <a:pt x="256929" y="83921"/>
                </a:lnTo>
                <a:close/>
                <a:moveTo>
                  <a:pt x="47393" y="72483"/>
                </a:moveTo>
                <a:lnTo>
                  <a:pt x="20335" y="72483"/>
                </a:lnTo>
                <a:lnTo>
                  <a:pt x="20335" y="96835"/>
                </a:lnTo>
                <a:lnTo>
                  <a:pt x="47434" y="96835"/>
                </a:lnTo>
                <a:lnTo>
                  <a:pt x="47434" y="72483"/>
                </a:lnTo>
                <a:lnTo>
                  <a:pt x="47393" y="72483"/>
                </a:lnTo>
                <a:close/>
                <a:moveTo>
                  <a:pt x="79411" y="72483"/>
                </a:moveTo>
                <a:lnTo>
                  <a:pt x="52312" y="72483"/>
                </a:lnTo>
                <a:lnTo>
                  <a:pt x="52312" y="96835"/>
                </a:lnTo>
                <a:lnTo>
                  <a:pt x="79411" y="96835"/>
                </a:lnTo>
                <a:lnTo>
                  <a:pt x="79411" y="72483"/>
                </a:lnTo>
                <a:close/>
                <a:moveTo>
                  <a:pt x="111430" y="72483"/>
                </a:moveTo>
                <a:lnTo>
                  <a:pt x="84331" y="72483"/>
                </a:lnTo>
                <a:lnTo>
                  <a:pt x="84331" y="96835"/>
                </a:lnTo>
                <a:lnTo>
                  <a:pt x="111430" y="96835"/>
                </a:lnTo>
                <a:lnTo>
                  <a:pt x="111430" y="72483"/>
                </a:lnTo>
                <a:close/>
                <a:moveTo>
                  <a:pt x="79411" y="42924"/>
                </a:moveTo>
                <a:lnTo>
                  <a:pt x="52312" y="42924"/>
                </a:lnTo>
                <a:lnTo>
                  <a:pt x="52312" y="67563"/>
                </a:lnTo>
                <a:lnTo>
                  <a:pt x="79411" y="67563"/>
                </a:lnTo>
                <a:lnTo>
                  <a:pt x="79411" y="42924"/>
                </a:lnTo>
                <a:close/>
              </a:path>
            </a:pathLst>
          </a:custGeom>
          <a:solidFill>
            <a:srgbClr val="249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Text 51"/>
          <p:cNvSpPr/>
          <p:nvPr/>
        </p:nvSpPr>
        <p:spPr>
          <a:xfrm>
            <a:off x="6654600" y="3638520"/>
            <a:ext cx="507996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1e293b"/>
                </a:solidFill>
                <a:latin typeface="Liter"/>
                <a:ea typeface="Liter"/>
              </a:rPr>
              <a:t>Docker Инфраструктура</a:t>
            </a:r>
            <a:endParaRPr b="0" lang="en-US" sz="1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91"/>
          <p:cNvSpPr/>
          <p:nvPr/>
        </p:nvSpPr>
        <p:spPr>
          <a:xfrm>
            <a:off x="6391440" y="409356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Text 1"/>
          <p:cNvSpPr/>
          <p:nvPr/>
        </p:nvSpPr>
        <p:spPr>
          <a:xfrm>
            <a:off x="6452640" y="423360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8b5cf6"/>
                </a:solidFill>
                <a:latin typeface="Quattrocento Sans"/>
                <a:ea typeface="Quattrocento Sans"/>
              </a:rPr>
              <a:t>10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 4"/>
          <p:cNvSpPr/>
          <p:nvPr/>
        </p:nvSpPr>
        <p:spPr>
          <a:xfrm>
            <a:off x="6496200" y="461844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Контейнера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97"/>
          <p:cNvSpPr/>
          <p:nvPr/>
        </p:nvSpPr>
        <p:spPr>
          <a:xfrm>
            <a:off x="9080280" y="409356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Text 92"/>
          <p:cNvSpPr/>
          <p:nvPr/>
        </p:nvSpPr>
        <p:spPr>
          <a:xfrm>
            <a:off x="9141480" y="423360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3b82f6"/>
                </a:solidFill>
                <a:latin typeface="Quattrocento Sans"/>
                <a:ea typeface="Quattrocento Sans"/>
              </a:rPr>
              <a:t>2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 93"/>
          <p:cNvSpPr/>
          <p:nvPr/>
        </p:nvSpPr>
        <p:spPr>
          <a:xfrm>
            <a:off x="9185040" y="461844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backend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100"/>
          <p:cNvSpPr/>
          <p:nvPr/>
        </p:nvSpPr>
        <p:spPr>
          <a:xfrm>
            <a:off x="6391440" y="510804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Text 96"/>
          <p:cNvSpPr/>
          <p:nvPr/>
        </p:nvSpPr>
        <p:spPr>
          <a:xfrm>
            <a:off x="6452640" y="524808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10b981"/>
                </a:solidFill>
                <a:latin typeface="Quattrocento Sans"/>
                <a:ea typeface="Quattrocento Sans"/>
              </a:rPr>
              <a:t>2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 102"/>
          <p:cNvSpPr/>
          <p:nvPr/>
        </p:nvSpPr>
        <p:spPr>
          <a:xfrm>
            <a:off x="6496200" y="563292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frontend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101"/>
          <p:cNvSpPr/>
          <p:nvPr/>
        </p:nvSpPr>
        <p:spPr>
          <a:xfrm>
            <a:off x="9080280" y="5108040"/>
            <a:ext cx="2543760" cy="873000"/>
          </a:xfrm>
          <a:custGeom>
            <a:avLst/>
            <a:gdLst>
              <a:gd name="textAreaLeft" fmla="*/ 0 w 2543760"/>
              <a:gd name="textAreaRight" fmla="*/ 2545200 w 2543760"/>
              <a:gd name="textAreaTop" fmla="*/ 0 h 873000"/>
              <a:gd name="textAreaBottom" fmla="*/ 874440 h 873000"/>
            </a:gdLst>
            <a:ahLst/>
            <a:rect l="textAreaLeft" t="textAreaTop" r="textAreaRight" b="textAreaBottom"/>
            <a:pathLst>
              <a:path w="2545102" h="874605">
                <a:moveTo>
                  <a:pt x="104953" y="0"/>
                </a:moveTo>
                <a:lnTo>
                  <a:pt x="2440149" y="0"/>
                </a:lnTo>
                <a:cubicBezTo>
                  <a:pt x="2498113" y="0"/>
                  <a:pt x="2545102" y="46989"/>
                  <a:pt x="2545102" y="104953"/>
                </a:cubicBezTo>
                <a:lnTo>
                  <a:pt x="2545102" y="769653"/>
                </a:lnTo>
                <a:cubicBezTo>
                  <a:pt x="2545102" y="827617"/>
                  <a:pt x="2498113" y="874605"/>
                  <a:pt x="2440149" y="874605"/>
                </a:cubicBezTo>
                <a:lnTo>
                  <a:pt x="104953" y="874605"/>
                </a:lnTo>
                <a:cubicBezTo>
                  <a:pt x="46989" y="874605"/>
                  <a:pt x="0" y="827617"/>
                  <a:pt x="0" y="769653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Text 103"/>
          <p:cNvSpPr/>
          <p:nvPr/>
        </p:nvSpPr>
        <p:spPr>
          <a:xfrm>
            <a:off x="9141480" y="5248080"/>
            <a:ext cx="2421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480" spc="-1" strike="noStrike">
                <a:solidFill>
                  <a:srgbClr val="f59e0b"/>
                </a:solidFill>
                <a:latin typeface="Quattrocento Sans"/>
                <a:ea typeface="Quattrocento Sans"/>
              </a:rPr>
              <a:t>2</a:t>
            </a:r>
            <a:endParaRPr b="0" lang="en-US" sz="2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Text 104"/>
          <p:cNvSpPr/>
          <p:nvPr/>
        </p:nvSpPr>
        <p:spPr>
          <a:xfrm>
            <a:off x="9185040" y="5632920"/>
            <a:ext cx="23338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monitoring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Image 0"/>
          <p:cNvSpPr/>
          <p:nvPr/>
        </p:nvSpPr>
        <p:spPr>
          <a:xfrm>
            <a:off x="0" y="0"/>
            <a:ext cx="12190680" cy="6857640"/>
          </a:xfrm>
          <a:prstGeom prst="roundRect">
            <a:avLst>
              <a:gd name="adj" fmla="val 0"/>
            </a:avLst>
          </a:prstGeom>
          <a:blipFill rotWithShape="0">
            <a:blip r:embed="rId1">
              <a:alphaModFix amt="1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0"/>
          <p:cNvSpPr/>
          <p:nvPr/>
        </p:nvSpPr>
        <p:spPr>
          <a:xfrm>
            <a:off x="0" y="0"/>
            <a:ext cx="12190680" cy="685764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6857640"/>
              <a:gd name="textAreaBottom" fmla="*/ 6859080 h 6857640"/>
            </a:gdLst>
            <a:ahLst/>
            <a:rect l="textAreaLeft" t="textAreaTop" r="textAreaRight" b="textAreaBottom"/>
            <a:pathLst>
              <a:path w="12192000" h="6859122">
                <a:moveTo>
                  <a:pt x="0" y="0"/>
                </a:moveTo>
                <a:lnTo>
                  <a:pt x="12192000" y="0"/>
                </a:lnTo>
                <a:lnTo>
                  <a:pt x="12192000" y="6859122"/>
                </a:lnTo>
                <a:lnTo>
                  <a:pt x="0" y="685912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3b82f6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0b981">
                  <a:alpha val="1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Text 3"/>
          <p:cNvSpPr/>
          <p:nvPr/>
        </p:nvSpPr>
        <p:spPr>
          <a:xfrm>
            <a:off x="4078800" y="1095480"/>
            <a:ext cx="411372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4240" spc="-1" strike="noStrike">
                <a:solidFill>
                  <a:srgbClr val="1e293b"/>
                </a:solidFill>
                <a:latin typeface="Hedvig Letters Sans"/>
                <a:ea typeface="Hedvig Letters Sans"/>
              </a:rPr>
              <a:t>Заключение</a:t>
            </a:r>
            <a:endParaRPr b="0" lang="en-US" sz="4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4"/>
          <p:cNvSpPr/>
          <p:nvPr/>
        </p:nvSpPr>
        <p:spPr>
          <a:xfrm>
            <a:off x="5522400" y="1777680"/>
            <a:ext cx="1147680" cy="360"/>
          </a:xfrm>
          <a:custGeom>
            <a:avLst/>
            <a:gdLst>
              <a:gd name="textAreaLeft" fmla="*/ 0 w 1147680"/>
              <a:gd name="textAreaRight" fmla="*/ 1149120 w 1147680"/>
              <a:gd name="textAreaTop" fmla="*/ 0 h 360"/>
              <a:gd name="textAreaBottom" fmla="*/ 5760 h 360"/>
            </a:gdLst>
            <a:ahLst/>
            <a:rect l="textAreaLeft" t="textAreaTop" r="textAreaRight" b="textAreaBottom"/>
            <a:pathLst>
              <a:path w="1149172" h="0">
                <a:moveTo>
                  <a:pt x="0" y="0"/>
                </a:moveTo>
                <a:lnTo>
                  <a:pt x="1149172" y="0"/>
                </a:lnTo>
                <a:lnTo>
                  <a:pt x="114917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5"/>
          <p:cNvSpPr/>
          <p:nvPr/>
        </p:nvSpPr>
        <p:spPr>
          <a:xfrm>
            <a:off x="2092680" y="1992960"/>
            <a:ext cx="3930840" cy="1147680"/>
          </a:xfrm>
          <a:custGeom>
            <a:avLst/>
            <a:gdLst>
              <a:gd name="textAreaLeft" fmla="*/ 0 w 3930840"/>
              <a:gd name="textAreaRight" fmla="*/ 3932280 w 393084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932324" h="1149172">
                <a:moveTo>
                  <a:pt x="35912" y="0"/>
                </a:moveTo>
                <a:lnTo>
                  <a:pt x="3788677" y="0"/>
                </a:lnTo>
                <a:cubicBezTo>
                  <a:pt x="3868011" y="0"/>
                  <a:pt x="3932324" y="64313"/>
                  <a:pt x="3932324" y="143647"/>
                </a:cubicBezTo>
                <a:lnTo>
                  <a:pt x="3932324" y="1005526"/>
                </a:lnTo>
                <a:cubicBezTo>
                  <a:pt x="3932324" y="1084860"/>
                  <a:pt x="3868011" y="1149172"/>
                  <a:pt x="3788677" y="1149172"/>
                </a:cubicBez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  <a:effectLst>
            <a:outerShdw algn="bl" blurRad="224280" dir="5400000" dist="1796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6"/>
          <p:cNvSpPr/>
          <p:nvPr/>
        </p:nvSpPr>
        <p:spPr>
          <a:xfrm>
            <a:off x="2092680" y="1992960"/>
            <a:ext cx="34560" cy="1147680"/>
          </a:xfrm>
          <a:custGeom>
            <a:avLst/>
            <a:gdLst>
              <a:gd name="textAreaLeft" fmla="*/ 0 w 34560"/>
              <a:gd name="textAreaRight" fmla="*/ 36000 w 3456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5912" h="1149172">
                <a:moveTo>
                  <a:pt x="35912" y="0"/>
                </a:moveTo>
                <a:lnTo>
                  <a:pt x="35912" y="0"/>
                </a:lnTo>
                <a:lnTo>
                  <a:pt x="35912" y="1149172"/>
                </a:ln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Shape 7"/>
          <p:cNvSpPr/>
          <p:nvPr/>
        </p:nvSpPr>
        <p:spPr>
          <a:xfrm>
            <a:off x="2317320" y="2190600"/>
            <a:ext cx="214200" cy="214200"/>
          </a:xfrm>
          <a:custGeom>
            <a:avLst/>
            <a:gdLst>
              <a:gd name="textAreaLeft" fmla="*/ 0 w 214200"/>
              <a:gd name="textAreaRight" fmla="*/ 215640 w 214200"/>
              <a:gd name="textAreaTop" fmla="*/ 0 h 214200"/>
              <a:gd name="textAreaBottom" fmla="*/ 215640 h 214200"/>
            </a:gdLst>
            <a:ahLst/>
            <a:rect l="textAreaLeft" t="textAreaTop" r="textAreaRight" b="textAreaBottom"/>
            <a:pathLst>
              <a:path w="215470" h="215470">
                <a:moveTo>
                  <a:pt x="107735" y="215470"/>
                </a:moveTo>
                <a:cubicBezTo>
                  <a:pt x="167195" y="215470"/>
                  <a:pt x="215470" y="167195"/>
                  <a:pt x="215470" y="107735"/>
                </a:cubicBezTo>
                <a:cubicBezTo>
                  <a:pt x="215470" y="48274"/>
                  <a:pt x="167195" y="0"/>
                  <a:pt x="107735" y="0"/>
                </a:cubicBezTo>
                <a:cubicBezTo>
                  <a:pt x="48274" y="0"/>
                  <a:pt x="0" y="48274"/>
                  <a:pt x="0" y="107735"/>
                </a:cubicBezTo>
                <a:cubicBezTo>
                  <a:pt x="0" y="167195"/>
                  <a:pt x="48274" y="215470"/>
                  <a:pt x="107735" y="215470"/>
                </a:cubicBezTo>
                <a:close/>
                <a:moveTo>
                  <a:pt x="143254" y="89513"/>
                </a:moveTo>
                <a:lnTo>
                  <a:pt x="109587" y="143380"/>
                </a:lnTo>
                <a:cubicBezTo>
                  <a:pt x="107819" y="146200"/>
                  <a:pt x="104789" y="147967"/>
                  <a:pt x="101464" y="148135"/>
                </a:cubicBezTo>
                <a:cubicBezTo>
                  <a:pt x="98140" y="148304"/>
                  <a:pt x="94941" y="146789"/>
                  <a:pt x="92963" y="144095"/>
                </a:cubicBezTo>
                <a:lnTo>
                  <a:pt x="72763" y="117162"/>
                </a:lnTo>
                <a:cubicBezTo>
                  <a:pt x="69396" y="112701"/>
                  <a:pt x="70322" y="106388"/>
                  <a:pt x="74783" y="103022"/>
                </a:cubicBezTo>
                <a:cubicBezTo>
                  <a:pt x="79244" y="99655"/>
                  <a:pt x="85557" y="100581"/>
                  <a:pt x="88923" y="105042"/>
                </a:cubicBezTo>
                <a:lnTo>
                  <a:pt x="100286" y="120192"/>
                </a:lnTo>
                <a:lnTo>
                  <a:pt x="126126" y="78823"/>
                </a:lnTo>
                <a:cubicBezTo>
                  <a:pt x="129071" y="74110"/>
                  <a:pt x="135300" y="72637"/>
                  <a:pt x="140055" y="75625"/>
                </a:cubicBezTo>
                <a:cubicBezTo>
                  <a:pt x="144811" y="78613"/>
                  <a:pt x="146242" y="84799"/>
                  <a:pt x="143254" y="89555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8"/>
          <p:cNvSpPr/>
          <p:nvPr/>
        </p:nvSpPr>
        <p:spPr>
          <a:xfrm>
            <a:off x="2622600" y="2136600"/>
            <a:ext cx="240552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410" spc="-1" strike="noStrike">
                <a:solidFill>
                  <a:srgbClr val="1e293b"/>
                </a:solidFill>
                <a:latin typeface="Liter"/>
                <a:ea typeface="Liter"/>
              </a:rPr>
              <a:t>Решава Реален Проблем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9"/>
          <p:cNvSpPr/>
          <p:nvPr/>
        </p:nvSpPr>
        <p:spPr>
          <a:xfrm>
            <a:off x="2254320" y="2495880"/>
            <a:ext cx="362556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13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SchoolSync адресира истински нужди на образователните институции 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10"/>
          <p:cNvSpPr/>
          <p:nvPr/>
        </p:nvSpPr>
        <p:spPr>
          <a:xfrm>
            <a:off x="6186600" y="1992960"/>
            <a:ext cx="3930840" cy="1147680"/>
          </a:xfrm>
          <a:custGeom>
            <a:avLst/>
            <a:gdLst>
              <a:gd name="textAreaLeft" fmla="*/ 0 w 3930840"/>
              <a:gd name="textAreaRight" fmla="*/ 3932280 w 393084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932324" h="1149172">
                <a:moveTo>
                  <a:pt x="35912" y="0"/>
                </a:moveTo>
                <a:lnTo>
                  <a:pt x="3788677" y="0"/>
                </a:lnTo>
                <a:cubicBezTo>
                  <a:pt x="3868011" y="0"/>
                  <a:pt x="3932324" y="64313"/>
                  <a:pt x="3932324" y="143647"/>
                </a:cubicBezTo>
                <a:lnTo>
                  <a:pt x="3932324" y="1005526"/>
                </a:lnTo>
                <a:cubicBezTo>
                  <a:pt x="3932324" y="1084860"/>
                  <a:pt x="3868011" y="1149172"/>
                  <a:pt x="3788677" y="1149172"/>
                </a:cubicBez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  <a:effectLst>
            <a:outerShdw algn="bl" blurRad="224280" dir="5400000" dist="1796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11"/>
          <p:cNvSpPr/>
          <p:nvPr/>
        </p:nvSpPr>
        <p:spPr>
          <a:xfrm>
            <a:off x="6186600" y="1992960"/>
            <a:ext cx="34560" cy="1147680"/>
          </a:xfrm>
          <a:custGeom>
            <a:avLst/>
            <a:gdLst>
              <a:gd name="textAreaLeft" fmla="*/ 0 w 34560"/>
              <a:gd name="textAreaRight" fmla="*/ 36000 w 3456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5912" h="1149172">
                <a:moveTo>
                  <a:pt x="35912" y="0"/>
                </a:moveTo>
                <a:lnTo>
                  <a:pt x="35912" y="0"/>
                </a:lnTo>
                <a:lnTo>
                  <a:pt x="35912" y="1149172"/>
                </a:ln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12"/>
          <p:cNvSpPr/>
          <p:nvPr/>
        </p:nvSpPr>
        <p:spPr>
          <a:xfrm>
            <a:off x="6375240" y="2190600"/>
            <a:ext cx="214200" cy="214200"/>
          </a:xfrm>
          <a:custGeom>
            <a:avLst/>
            <a:gdLst>
              <a:gd name="textAreaLeft" fmla="*/ 0 w 214200"/>
              <a:gd name="textAreaRight" fmla="*/ 215640 w 214200"/>
              <a:gd name="textAreaTop" fmla="*/ 0 h 214200"/>
              <a:gd name="textAreaBottom" fmla="*/ 215640 h 214200"/>
            </a:gdLst>
            <a:ahLst/>
            <a:rect l="textAreaLeft" t="textAreaTop" r="textAreaRight" b="textAreaBottom"/>
            <a:pathLst>
              <a:path w="215470" h="215470">
                <a:moveTo>
                  <a:pt x="107735" y="0"/>
                </a:moveTo>
                <a:cubicBezTo>
                  <a:pt x="109671" y="0"/>
                  <a:pt x="111607" y="421"/>
                  <a:pt x="113374" y="1220"/>
                </a:cubicBezTo>
                <a:lnTo>
                  <a:pt x="192660" y="34846"/>
                </a:lnTo>
                <a:cubicBezTo>
                  <a:pt x="201919" y="38759"/>
                  <a:pt x="208821" y="47892"/>
                  <a:pt x="208778" y="58918"/>
                </a:cubicBezTo>
                <a:cubicBezTo>
                  <a:pt x="208568" y="100665"/>
                  <a:pt x="191398" y="177047"/>
                  <a:pt x="118887" y="211766"/>
                </a:cubicBezTo>
                <a:cubicBezTo>
                  <a:pt x="111859" y="215133"/>
                  <a:pt x="103695" y="215133"/>
                  <a:pt x="96667" y="211766"/>
                </a:cubicBezTo>
                <a:cubicBezTo>
                  <a:pt x="24114" y="177047"/>
                  <a:pt x="6986" y="100665"/>
                  <a:pt x="6776" y="58918"/>
                </a:cubicBezTo>
                <a:cubicBezTo>
                  <a:pt x="6733" y="47892"/>
                  <a:pt x="13635" y="38759"/>
                  <a:pt x="22894" y="34846"/>
                </a:cubicBezTo>
                <a:lnTo>
                  <a:pt x="102138" y="1220"/>
                </a:lnTo>
                <a:cubicBezTo>
                  <a:pt x="103905" y="421"/>
                  <a:pt x="105799" y="0"/>
                  <a:pt x="107735" y="0"/>
                </a:cubicBezTo>
                <a:close/>
                <a:moveTo>
                  <a:pt x="107735" y="28112"/>
                </a:moveTo>
                <a:lnTo>
                  <a:pt x="107735" y="187231"/>
                </a:lnTo>
                <a:cubicBezTo>
                  <a:pt x="165811" y="159119"/>
                  <a:pt x="181424" y="96835"/>
                  <a:pt x="181803" y="59549"/>
                </a:cubicBezTo>
                <a:lnTo>
                  <a:pt x="107735" y="28154"/>
                </a:lnTo>
                <a:lnTo>
                  <a:pt x="107735" y="28154"/>
                </a:ln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13"/>
          <p:cNvSpPr/>
          <p:nvPr/>
        </p:nvSpPr>
        <p:spPr>
          <a:xfrm>
            <a:off x="6680520" y="2136600"/>
            <a:ext cx="196920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410" spc="-1" strike="noStrike">
                <a:solidFill>
                  <a:srgbClr val="1e293b"/>
                </a:solidFill>
                <a:latin typeface="Liter"/>
                <a:ea typeface="Liter"/>
              </a:rPr>
              <a:t>Enterprise Сигурност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Text 14"/>
          <p:cNvSpPr/>
          <p:nvPr/>
        </p:nvSpPr>
        <p:spPr>
          <a:xfrm>
            <a:off x="6348240" y="2495880"/>
            <a:ext cx="362556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13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Проектирана със сигурност от първия ден - 6 нива на защита и пълно покритие с тестове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15"/>
          <p:cNvSpPr/>
          <p:nvPr/>
        </p:nvSpPr>
        <p:spPr>
          <a:xfrm>
            <a:off x="2092680" y="3286080"/>
            <a:ext cx="3930840" cy="1147680"/>
          </a:xfrm>
          <a:custGeom>
            <a:avLst/>
            <a:gdLst>
              <a:gd name="textAreaLeft" fmla="*/ 0 w 3930840"/>
              <a:gd name="textAreaRight" fmla="*/ 3932280 w 393084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932324" h="1149172">
                <a:moveTo>
                  <a:pt x="35912" y="0"/>
                </a:moveTo>
                <a:lnTo>
                  <a:pt x="3788677" y="0"/>
                </a:lnTo>
                <a:cubicBezTo>
                  <a:pt x="3868011" y="0"/>
                  <a:pt x="3932324" y="64313"/>
                  <a:pt x="3932324" y="143647"/>
                </a:cubicBezTo>
                <a:lnTo>
                  <a:pt x="3932324" y="1005526"/>
                </a:lnTo>
                <a:cubicBezTo>
                  <a:pt x="3932324" y="1084860"/>
                  <a:pt x="3868011" y="1149172"/>
                  <a:pt x="3788677" y="1149172"/>
                </a:cubicBez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  <a:effectLst>
            <a:outerShdw algn="bl" blurRad="224280" dir="5400000" dist="1796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16"/>
          <p:cNvSpPr/>
          <p:nvPr/>
        </p:nvSpPr>
        <p:spPr>
          <a:xfrm>
            <a:off x="2092680" y="3286080"/>
            <a:ext cx="34560" cy="1147680"/>
          </a:xfrm>
          <a:custGeom>
            <a:avLst/>
            <a:gdLst>
              <a:gd name="textAreaLeft" fmla="*/ 0 w 34560"/>
              <a:gd name="textAreaRight" fmla="*/ 36000 w 3456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5912" h="1149172">
                <a:moveTo>
                  <a:pt x="35912" y="0"/>
                </a:moveTo>
                <a:lnTo>
                  <a:pt x="35912" y="0"/>
                </a:lnTo>
                <a:lnTo>
                  <a:pt x="35912" y="1149172"/>
                </a:ln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Shape 17"/>
          <p:cNvSpPr/>
          <p:nvPr/>
        </p:nvSpPr>
        <p:spPr>
          <a:xfrm>
            <a:off x="2330640" y="3483360"/>
            <a:ext cx="187200" cy="214200"/>
          </a:xfrm>
          <a:custGeom>
            <a:avLst/>
            <a:gdLst>
              <a:gd name="textAreaLeft" fmla="*/ 0 w 187200"/>
              <a:gd name="textAreaRight" fmla="*/ 188640 w 187200"/>
              <a:gd name="textAreaTop" fmla="*/ 0 h 214200"/>
              <a:gd name="textAreaBottom" fmla="*/ 215640 h 214200"/>
            </a:gdLst>
            <a:ahLst/>
            <a:rect l="textAreaLeft" t="textAreaTop" r="textAreaRight" b="textAreaBottom"/>
            <a:pathLst>
              <a:path w="188536" h="215470">
                <a:moveTo>
                  <a:pt x="70701" y="13467"/>
                </a:moveTo>
                <a:lnTo>
                  <a:pt x="10100" y="13467"/>
                </a:lnTo>
                <a:cubicBezTo>
                  <a:pt x="4503" y="13467"/>
                  <a:pt x="0" y="17970"/>
                  <a:pt x="0" y="23567"/>
                </a:cubicBezTo>
                <a:lnTo>
                  <a:pt x="0" y="84168"/>
                </a:lnTo>
                <a:cubicBezTo>
                  <a:pt x="0" y="88250"/>
                  <a:pt x="2441" y="91953"/>
                  <a:pt x="6228" y="93511"/>
                </a:cubicBezTo>
                <a:cubicBezTo>
                  <a:pt x="10016" y="95068"/>
                  <a:pt x="14351" y="94184"/>
                  <a:pt x="17254" y="91322"/>
                </a:cubicBezTo>
                <a:lnTo>
                  <a:pt x="34088" y="74489"/>
                </a:lnTo>
                <a:lnTo>
                  <a:pt x="67334" y="107735"/>
                </a:lnTo>
                <a:lnTo>
                  <a:pt x="34088" y="140981"/>
                </a:lnTo>
                <a:lnTo>
                  <a:pt x="17254" y="124148"/>
                </a:lnTo>
                <a:cubicBezTo>
                  <a:pt x="14351" y="121244"/>
                  <a:pt x="10016" y="120402"/>
                  <a:pt x="6228" y="121959"/>
                </a:cubicBezTo>
                <a:cubicBezTo>
                  <a:pt x="2441" y="123516"/>
                  <a:pt x="0" y="127220"/>
                  <a:pt x="0" y="131302"/>
                </a:cubicBezTo>
                <a:lnTo>
                  <a:pt x="0" y="191903"/>
                </a:lnTo>
                <a:cubicBezTo>
                  <a:pt x="0" y="197500"/>
                  <a:pt x="4503" y="202003"/>
                  <a:pt x="10100" y="202003"/>
                </a:cubicBezTo>
                <a:lnTo>
                  <a:pt x="70701" y="202003"/>
                </a:lnTo>
                <a:cubicBezTo>
                  <a:pt x="74783" y="202003"/>
                  <a:pt x="78487" y="199562"/>
                  <a:pt x="80044" y="195775"/>
                </a:cubicBezTo>
                <a:cubicBezTo>
                  <a:pt x="81601" y="191987"/>
                  <a:pt x="80759" y="187652"/>
                  <a:pt x="77855" y="184749"/>
                </a:cubicBezTo>
                <a:lnTo>
                  <a:pt x="61022" y="167915"/>
                </a:lnTo>
                <a:lnTo>
                  <a:pt x="94268" y="134669"/>
                </a:lnTo>
                <a:lnTo>
                  <a:pt x="127514" y="167915"/>
                </a:lnTo>
                <a:lnTo>
                  <a:pt x="110681" y="184749"/>
                </a:lnTo>
                <a:cubicBezTo>
                  <a:pt x="107777" y="187652"/>
                  <a:pt x="106935" y="191987"/>
                  <a:pt x="108492" y="195775"/>
                </a:cubicBezTo>
                <a:cubicBezTo>
                  <a:pt x="110050" y="199562"/>
                  <a:pt x="113753" y="202003"/>
                  <a:pt x="117835" y="202003"/>
                </a:cubicBezTo>
                <a:lnTo>
                  <a:pt x="178436" y="202003"/>
                </a:lnTo>
                <a:cubicBezTo>
                  <a:pt x="184033" y="202003"/>
                  <a:pt x="188536" y="197500"/>
                  <a:pt x="188536" y="191903"/>
                </a:cubicBezTo>
                <a:lnTo>
                  <a:pt x="188536" y="131302"/>
                </a:lnTo>
                <a:cubicBezTo>
                  <a:pt x="188536" y="127220"/>
                  <a:pt x="186095" y="123516"/>
                  <a:pt x="182308" y="121959"/>
                </a:cubicBezTo>
                <a:cubicBezTo>
                  <a:pt x="178520" y="120402"/>
                  <a:pt x="174185" y="121244"/>
                  <a:pt x="171282" y="124148"/>
                </a:cubicBezTo>
                <a:lnTo>
                  <a:pt x="154448" y="140981"/>
                </a:lnTo>
                <a:lnTo>
                  <a:pt x="121202" y="107735"/>
                </a:lnTo>
                <a:lnTo>
                  <a:pt x="154448" y="74489"/>
                </a:lnTo>
                <a:lnTo>
                  <a:pt x="171282" y="91322"/>
                </a:lnTo>
                <a:cubicBezTo>
                  <a:pt x="174185" y="94226"/>
                  <a:pt x="178520" y="95068"/>
                  <a:pt x="182308" y="93511"/>
                </a:cubicBezTo>
                <a:cubicBezTo>
                  <a:pt x="186095" y="91953"/>
                  <a:pt x="188536" y="88250"/>
                  <a:pt x="188536" y="84168"/>
                </a:cubicBezTo>
                <a:lnTo>
                  <a:pt x="188536" y="23567"/>
                </a:lnTo>
                <a:cubicBezTo>
                  <a:pt x="188536" y="17970"/>
                  <a:pt x="184033" y="13467"/>
                  <a:pt x="178436" y="13467"/>
                </a:cubicBezTo>
                <a:lnTo>
                  <a:pt x="117835" y="13467"/>
                </a:lnTo>
                <a:cubicBezTo>
                  <a:pt x="113753" y="13467"/>
                  <a:pt x="110050" y="15908"/>
                  <a:pt x="108492" y="19695"/>
                </a:cubicBezTo>
                <a:cubicBezTo>
                  <a:pt x="106935" y="23483"/>
                  <a:pt x="107819" y="27817"/>
                  <a:pt x="110681" y="30721"/>
                </a:cubicBezTo>
                <a:lnTo>
                  <a:pt x="127514" y="47555"/>
                </a:lnTo>
                <a:lnTo>
                  <a:pt x="94268" y="80801"/>
                </a:lnTo>
                <a:lnTo>
                  <a:pt x="61022" y="47555"/>
                </a:lnTo>
                <a:lnTo>
                  <a:pt x="77855" y="30721"/>
                </a:lnTo>
                <a:cubicBezTo>
                  <a:pt x="80759" y="27817"/>
                  <a:pt x="81601" y="23483"/>
                  <a:pt x="80044" y="19695"/>
                </a:cubicBezTo>
                <a:cubicBezTo>
                  <a:pt x="78487" y="15908"/>
                  <a:pt x="74783" y="13467"/>
                  <a:pt x="70701" y="13467"/>
                </a:cubicBez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Text 18"/>
          <p:cNvSpPr/>
          <p:nvPr/>
        </p:nvSpPr>
        <p:spPr>
          <a:xfrm>
            <a:off x="2550600" y="3465360"/>
            <a:ext cx="286272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410" spc="-1" strike="noStrike">
                <a:solidFill>
                  <a:srgbClr val="1e293b"/>
                </a:solidFill>
                <a:latin typeface="Liter"/>
                <a:ea typeface="Liter"/>
              </a:rPr>
              <a:t>Мащабируема Архитектура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Text 19"/>
          <p:cNvSpPr/>
          <p:nvPr/>
        </p:nvSpPr>
        <p:spPr>
          <a:xfrm>
            <a:off x="2254320" y="3788640"/>
            <a:ext cx="362556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13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Мулти-тенанси с schema-per-school поддържа неограничен брой училища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20"/>
          <p:cNvSpPr/>
          <p:nvPr/>
        </p:nvSpPr>
        <p:spPr>
          <a:xfrm>
            <a:off x="6186600" y="3286080"/>
            <a:ext cx="3930840" cy="1147680"/>
          </a:xfrm>
          <a:custGeom>
            <a:avLst/>
            <a:gdLst>
              <a:gd name="textAreaLeft" fmla="*/ 0 w 3930840"/>
              <a:gd name="textAreaRight" fmla="*/ 3932280 w 393084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932324" h="1149172">
                <a:moveTo>
                  <a:pt x="35912" y="0"/>
                </a:moveTo>
                <a:lnTo>
                  <a:pt x="3788677" y="0"/>
                </a:lnTo>
                <a:cubicBezTo>
                  <a:pt x="3868011" y="0"/>
                  <a:pt x="3932324" y="64313"/>
                  <a:pt x="3932324" y="143647"/>
                </a:cubicBezTo>
                <a:lnTo>
                  <a:pt x="3932324" y="1005526"/>
                </a:lnTo>
                <a:cubicBezTo>
                  <a:pt x="3932324" y="1084860"/>
                  <a:pt x="3868011" y="1149172"/>
                  <a:pt x="3788677" y="1149172"/>
                </a:cubicBez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  <a:effectLst>
            <a:outerShdw algn="bl" blurRad="224280" dir="5400000" dist="1796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21"/>
          <p:cNvSpPr/>
          <p:nvPr/>
        </p:nvSpPr>
        <p:spPr>
          <a:xfrm>
            <a:off x="6186600" y="3286080"/>
            <a:ext cx="34560" cy="1147680"/>
          </a:xfrm>
          <a:custGeom>
            <a:avLst/>
            <a:gdLst>
              <a:gd name="textAreaLeft" fmla="*/ 0 w 34560"/>
              <a:gd name="textAreaRight" fmla="*/ 36000 w 34560"/>
              <a:gd name="textAreaTop" fmla="*/ 0 h 1147680"/>
              <a:gd name="textAreaBottom" fmla="*/ 1149120 h 1147680"/>
            </a:gdLst>
            <a:ahLst/>
            <a:rect l="textAreaLeft" t="textAreaTop" r="textAreaRight" b="textAreaBottom"/>
            <a:pathLst>
              <a:path w="35912" h="1149172">
                <a:moveTo>
                  <a:pt x="35912" y="0"/>
                </a:moveTo>
                <a:lnTo>
                  <a:pt x="35912" y="0"/>
                </a:lnTo>
                <a:lnTo>
                  <a:pt x="35912" y="1149172"/>
                </a:lnTo>
                <a:lnTo>
                  <a:pt x="35912" y="1149172"/>
                </a:lnTo>
                <a:cubicBezTo>
                  <a:pt x="16078" y="1149172"/>
                  <a:pt x="0" y="1133094"/>
                  <a:pt x="0" y="111326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22"/>
          <p:cNvSpPr/>
          <p:nvPr/>
        </p:nvSpPr>
        <p:spPr>
          <a:xfrm>
            <a:off x="6411240" y="3483360"/>
            <a:ext cx="214200" cy="214200"/>
          </a:xfrm>
          <a:custGeom>
            <a:avLst/>
            <a:gdLst>
              <a:gd name="textAreaLeft" fmla="*/ 0 w 214200"/>
              <a:gd name="textAreaRight" fmla="*/ 215640 w 214200"/>
              <a:gd name="textAreaTop" fmla="*/ 0 h 214200"/>
              <a:gd name="textAreaBottom" fmla="*/ 215640 h 214200"/>
            </a:gdLst>
            <a:ahLst/>
            <a:rect l="textAreaLeft" t="textAreaTop" r="textAreaRight" b="textAreaBottom"/>
            <a:pathLst>
              <a:path w="215470" h="215470">
                <a:moveTo>
                  <a:pt x="53867" y="134669"/>
                </a:moveTo>
                <a:lnTo>
                  <a:pt x="10311" y="134669"/>
                </a:lnTo>
                <a:cubicBezTo>
                  <a:pt x="-168" y="134669"/>
                  <a:pt x="-6607" y="123264"/>
                  <a:pt x="-1220" y="114258"/>
                </a:cubicBezTo>
                <a:lnTo>
                  <a:pt x="21042" y="77140"/>
                </a:lnTo>
                <a:cubicBezTo>
                  <a:pt x="24703" y="71038"/>
                  <a:pt x="31268" y="67334"/>
                  <a:pt x="38381" y="67334"/>
                </a:cubicBezTo>
                <a:lnTo>
                  <a:pt x="78360" y="67334"/>
                </a:lnTo>
                <a:cubicBezTo>
                  <a:pt x="110386" y="13088"/>
                  <a:pt x="158151" y="10353"/>
                  <a:pt x="190093" y="15024"/>
                </a:cubicBezTo>
                <a:cubicBezTo>
                  <a:pt x="195480" y="15824"/>
                  <a:pt x="199688" y="20032"/>
                  <a:pt x="200446" y="25377"/>
                </a:cubicBezTo>
                <a:cubicBezTo>
                  <a:pt x="205117" y="57318"/>
                  <a:pt x="202382" y="105084"/>
                  <a:pt x="148135" y="137109"/>
                </a:cubicBezTo>
                <a:lnTo>
                  <a:pt x="148135" y="177089"/>
                </a:lnTo>
                <a:cubicBezTo>
                  <a:pt x="148135" y="184201"/>
                  <a:pt x="144432" y="190767"/>
                  <a:pt x="138330" y="194428"/>
                </a:cubicBezTo>
                <a:lnTo>
                  <a:pt x="101212" y="216690"/>
                </a:lnTo>
                <a:cubicBezTo>
                  <a:pt x="92248" y="222077"/>
                  <a:pt x="80801" y="215596"/>
                  <a:pt x="80801" y="205159"/>
                </a:cubicBezTo>
                <a:lnTo>
                  <a:pt x="80801" y="161602"/>
                </a:lnTo>
                <a:cubicBezTo>
                  <a:pt x="80801" y="146747"/>
                  <a:pt x="68723" y="134669"/>
                  <a:pt x="53867" y="134669"/>
                </a:cubicBezTo>
                <a:lnTo>
                  <a:pt x="53825" y="134669"/>
                </a:lnTo>
                <a:close/>
                <a:moveTo>
                  <a:pt x="168336" y="67334"/>
                </a:moveTo>
                <a:cubicBezTo>
                  <a:pt x="168336" y="56185"/>
                  <a:pt x="159284" y="47134"/>
                  <a:pt x="148135" y="47134"/>
                </a:cubicBezTo>
                <a:cubicBezTo>
                  <a:pt x="136987" y="47134"/>
                  <a:pt x="127935" y="56185"/>
                  <a:pt x="127935" y="67334"/>
                </a:cubicBezTo>
                <a:cubicBezTo>
                  <a:pt x="127935" y="78483"/>
                  <a:pt x="136987" y="87535"/>
                  <a:pt x="148135" y="87535"/>
                </a:cubicBezTo>
                <a:cubicBezTo>
                  <a:pt x="159284" y="87535"/>
                  <a:pt x="168336" y="78483"/>
                  <a:pt x="168336" y="67334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 23"/>
          <p:cNvSpPr/>
          <p:nvPr/>
        </p:nvSpPr>
        <p:spPr>
          <a:xfrm>
            <a:off x="6716520" y="3465360"/>
            <a:ext cx="151200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410" spc="-1" strike="noStrike">
                <a:solidFill>
                  <a:srgbClr val="1e293b"/>
                </a:solidFill>
                <a:latin typeface="Liter"/>
                <a:ea typeface="Liter"/>
              </a:rPr>
              <a:t>Бъдеще с AI/IoT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 24"/>
          <p:cNvSpPr/>
          <p:nvPr/>
        </p:nvSpPr>
        <p:spPr>
          <a:xfrm>
            <a:off x="6348240" y="3788640"/>
            <a:ext cx="362556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130" spc="-1" strike="noStrike">
                <a:solidFill>
                  <a:srgbClr val="64748b"/>
                </a:solidFill>
                <a:latin typeface="Quattrocento Sans"/>
                <a:ea typeface="Quattrocento Sans"/>
              </a:rPr>
              <a:t>Отворена архитектура за интеграция на AI препоръки, IoT и blockchain технологии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25"/>
          <p:cNvSpPr/>
          <p:nvPr/>
        </p:nvSpPr>
        <p:spPr>
          <a:xfrm>
            <a:off x="3837960" y="5009760"/>
            <a:ext cx="4514400" cy="1650600"/>
          </a:xfrm>
          <a:custGeom>
            <a:avLst/>
            <a:gdLst>
              <a:gd name="textAreaLeft" fmla="*/ 0 w 4514400"/>
              <a:gd name="textAreaRight" fmla="*/ 4515840 w 4514400"/>
              <a:gd name="textAreaTop" fmla="*/ 0 h 1650600"/>
              <a:gd name="textAreaBottom" fmla="*/ 1652040 h 1650600"/>
            </a:gdLst>
            <a:ahLst/>
            <a:rect l="textAreaLeft" t="textAreaTop" r="textAreaRight" b="textAreaBottom"/>
            <a:pathLst>
              <a:path w="4515888" h="1651935">
                <a:moveTo>
                  <a:pt x="143652" y="0"/>
                </a:moveTo>
                <a:lnTo>
                  <a:pt x="4372236" y="0"/>
                </a:lnTo>
                <a:cubicBezTo>
                  <a:pt x="4451520" y="0"/>
                  <a:pt x="4515888" y="64368"/>
                  <a:pt x="4515888" y="143652"/>
                </a:cubicBezTo>
                <a:lnTo>
                  <a:pt x="4515888" y="1508283"/>
                </a:lnTo>
                <a:cubicBezTo>
                  <a:pt x="4515888" y="1587620"/>
                  <a:pt x="4451573" y="1651935"/>
                  <a:pt x="4372236" y="1651935"/>
                </a:cubicBezTo>
                <a:lnTo>
                  <a:pt x="143652" y="1651935"/>
                </a:lnTo>
                <a:cubicBezTo>
                  <a:pt x="64368" y="1651935"/>
                  <a:pt x="0" y="1587567"/>
                  <a:pt x="0" y="1508283"/>
                </a:cubicBezTo>
                <a:lnTo>
                  <a:pt x="0" y="143652"/>
                </a:lnTo>
                <a:cubicBezTo>
                  <a:pt x="0" y="64368"/>
                  <a:pt x="64368" y="0"/>
                  <a:pt x="143652" y="0"/>
                </a:cubicBezTo>
                <a:close/>
              </a:path>
            </a:pathLst>
          </a:custGeom>
          <a:gradFill rotWithShape="0">
            <a:gsLst>
              <a:gs pos="0">
                <a:srgbClr val="3b82f6"/>
              </a:gs>
              <a:gs pos="100000">
                <a:srgbClr val="10b981"/>
              </a:gs>
            </a:gsLst>
            <a:lin ang="0"/>
          </a:gradFill>
          <a:ln w="0">
            <a:noFill/>
          </a:ln>
          <a:effectLst>
            <a:outerShdw algn="bl" blurRad="448920" dir="5400000" dist="22428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Text 26"/>
          <p:cNvSpPr/>
          <p:nvPr/>
        </p:nvSpPr>
        <p:spPr>
          <a:xfrm>
            <a:off x="3986280" y="5081400"/>
            <a:ext cx="421812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120" spc="-1" strike="noStrike">
                <a:solidFill>
                  <a:srgbClr val="ffffff"/>
                </a:solidFill>
                <a:latin typeface="Liter"/>
                <a:ea typeface="Liter"/>
              </a:rPr>
              <a:t>Въпроси?</a:t>
            </a:r>
            <a:endParaRPr b="0" lang="en-US" sz="2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 27"/>
          <p:cNvSpPr/>
          <p:nvPr/>
        </p:nvSpPr>
        <p:spPr>
          <a:xfrm>
            <a:off x="4008600" y="5440320"/>
            <a:ext cx="417312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410" spc="-1" strike="noStrike">
                <a:solidFill>
                  <a:srgbClr val="ffffff">
                    <a:alpha val="95000"/>
                  </a:srgbClr>
                </a:solidFill>
                <a:latin typeface="Quattrocento Sans"/>
                <a:ea typeface="Quattrocento Sans"/>
              </a:rPr>
              <a:t>Благодаря за вниманието!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28"/>
          <p:cNvSpPr/>
          <p:nvPr/>
        </p:nvSpPr>
        <p:spPr>
          <a:xfrm>
            <a:off x="5961240" y="5835600"/>
            <a:ext cx="267840" cy="267840"/>
          </a:xfrm>
          <a:custGeom>
            <a:avLst/>
            <a:gdLst>
              <a:gd name="textAreaLeft" fmla="*/ 0 w 267840"/>
              <a:gd name="textAreaRight" fmla="*/ 269280 w 267840"/>
              <a:gd name="textAreaTop" fmla="*/ 0 h 267840"/>
              <a:gd name="textAreaBottom" fmla="*/ 269280 h 267840"/>
            </a:gdLst>
            <a:ahLst/>
            <a:rect l="textAreaLeft" t="textAreaTop" r="textAreaRight" b="textAreaBottom"/>
            <a:pathLst>
              <a:path w="269337" h="269337">
                <a:moveTo>
                  <a:pt x="91480" y="209052"/>
                </a:moveTo>
                <a:cubicBezTo>
                  <a:pt x="91480" y="210104"/>
                  <a:pt x="90270" y="210946"/>
                  <a:pt x="88745" y="210946"/>
                </a:cubicBezTo>
                <a:cubicBezTo>
                  <a:pt x="87009" y="211104"/>
                  <a:pt x="85799" y="210262"/>
                  <a:pt x="85799" y="209052"/>
                </a:cubicBezTo>
                <a:cubicBezTo>
                  <a:pt x="85799" y="208000"/>
                  <a:pt x="87009" y="207158"/>
                  <a:pt x="88534" y="207158"/>
                </a:cubicBezTo>
                <a:cubicBezTo>
                  <a:pt x="90112" y="207000"/>
                  <a:pt x="91480" y="207842"/>
                  <a:pt x="91480" y="209052"/>
                </a:cubicBezTo>
                <a:close/>
                <a:moveTo>
                  <a:pt x="75120" y="206685"/>
                </a:moveTo>
                <a:cubicBezTo>
                  <a:pt x="74752" y="207737"/>
                  <a:pt x="75804" y="208947"/>
                  <a:pt x="77382" y="209262"/>
                </a:cubicBezTo>
                <a:cubicBezTo>
                  <a:pt x="78750" y="209788"/>
                  <a:pt x="80328" y="209262"/>
                  <a:pt x="80643" y="208210"/>
                </a:cubicBezTo>
                <a:cubicBezTo>
                  <a:pt x="80959" y="207158"/>
                  <a:pt x="79959" y="205948"/>
                  <a:pt x="78381" y="205475"/>
                </a:cubicBezTo>
                <a:cubicBezTo>
                  <a:pt x="77014" y="205107"/>
                  <a:pt x="75488" y="205633"/>
                  <a:pt x="75120" y="206685"/>
                </a:cubicBezTo>
                <a:close/>
                <a:moveTo>
                  <a:pt x="98371" y="205791"/>
                </a:moveTo>
                <a:cubicBezTo>
                  <a:pt x="96846" y="206159"/>
                  <a:pt x="95794" y="207158"/>
                  <a:pt x="95951" y="208368"/>
                </a:cubicBezTo>
                <a:cubicBezTo>
                  <a:pt x="96109" y="209420"/>
                  <a:pt x="97477" y="210104"/>
                  <a:pt x="99055" y="209736"/>
                </a:cubicBezTo>
                <a:cubicBezTo>
                  <a:pt x="100581" y="209368"/>
                  <a:pt x="101633" y="208368"/>
                  <a:pt x="101475" y="207316"/>
                </a:cubicBezTo>
                <a:cubicBezTo>
                  <a:pt x="101317" y="206317"/>
                  <a:pt x="99897" y="205633"/>
                  <a:pt x="98371" y="205791"/>
                </a:cubicBezTo>
                <a:close/>
                <a:moveTo>
                  <a:pt x="132985" y="4208"/>
                </a:moveTo>
                <a:cubicBezTo>
                  <a:pt x="60022" y="4208"/>
                  <a:pt x="4208" y="59601"/>
                  <a:pt x="4208" y="132564"/>
                </a:cubicBezTo>
                <a:cubicBezTo>
                  <a:pt x="4208" y="190903"/>
                  <a:pt x="40927" y="240825"/>
                  <a:pt x="93374" y="258395"/>
                </a:cubicBezTo>
                <a:cubicBezTo>
                  <a:pt x="100107" y="259605"/>
                  <a:pt x="102474" y="255450"/>
                  <a:pt x="102474" y="252030"/>
                </a:cubicBezTo>
                <a:cubicBezTo>
                  <a:pt x="102474" y="248769"/>
                  <a:pt x="102317" y="230778"/>
                  <a:pt x="102317" y="219731"/>
                </a:cubicBezTo>
                <a:cubicBezTo>
                  <a:pt x="102317" y="219731"/>
                  <a:pt x="65493" y="227622"/>
                  <a:pt x="57760" y="204055"/>
                </a:cubicBezTo>
                <a:cubicBezTo>
                  <a:pt x="57760" y="204055"/>
                  <a:pt x="51763" y="188747"/>
                  <a:pt x="43136" y="184801"/>
                </a:cubicBezTo>
                <a:cubicBezTo>
                  <a:pt x="43136" y="184801"/>
                  <a:pt x="31090" y="176542"/>
                  <a:pt x="43978" y="176700"/>
                </a:cubicBezTo>
                <a:cubicBezTo>
                  <a:pt x="43978" y="176700"/>
                  <a:pt x="57076" y="177752"/>
                  <a:pt x="64283" y="190272"/>
                </a:cubicBezTo>
                <a:cubicBezTo>
                  <a:pt x="75804" y="210578"/>
                  <a:pt x="95110" y="204738"/>
                  <a:pt x="102632" y="201266"/>
                </a:cubicBezTo>
                <a:cubicBezTo>
                  <a:pt x="103842" y="192850"/>
                  <a:pt x="107261" y="187011"/>
                  <a:pt x="111049" y="183539"/>
                </a:cubicBezTo>
                <a:cubicBezTo>
                  <a:pt x="81643" y="180277"/>
                  <a:pt x="51974" y="176016"/>
                  <a:pt x="51974" y="125410"/>
                </a:cubicBezTo>
                <a:cubicBezTo>
                  <a:pt x="51974" y="110944"/>
                  <a:pt x="55972" y="103684"/>
                  <a:pt x="64388" y="94426"/>
                </a:cubicBezTo>
                <a:cubicBezTo>
                  <a:pt x="63021" y="91007"/>
                  <a:pt x="58549" y="76908"/>
                  <a:pt x="65756" y="58707"/>
                </a:cubicBezTo>
                <a:cubicBezTo>
                  <a:pt x="76751" y="55288"/>
                  <a:pt x="102054" y="72910"/>
                  <a:pt x="102054" y="72910"/>
                </a:cubicBezTo>
                <a:cubicBezTo>
                  <a:pt x="112575" y="69965"/>
                  <a:pt x="123885" y="68439"/>
                  <a:pt x="135089" y="68439"/>
                </a:cubicBezTo>
                <a:cubicBezTo>
                  <a:pt x="146294" y="68439"/>
                  <a:pt x="157604" y="69965"/>
                  <a:pt x="168125" y="72910"/>
                </a:cubicBezTo>
                <a:cubicBezTo>
                  <a:pt x="168125" y="72910"/>
                  <a:pt x="193428" y="55235"/>
                  <a:pt x="204423" y="58707"/>
                </a:cubicBezTo>
                <a:cubicBezTo>
                  <a:pt x="211630" y="76961"/>
                  <a:pt x="207158" y="91007"/>
                  <a:pt x="205791" y="94426"/>
                </a:cubicBezTo>
                <a:cubicBezTo>
                  <a:pt x="214207" y="103737"/>
                  <a:pt x="219363" y="110996"/>
                  <a:pt x="219363" y="125410"/>
                </a:cubicBezTo>
                <a:cubicBezTo>
                  <a:pt x="219363" y="176174"/>
                  <a:pt x="188378" y="180225"/>
                  <a:pt x="158972" y="183539"/>
                </a:cubicBezTo>
                <a:cubicBezTo>
                  <a:pt x="163812" y="187694"/>
                  <a:pt x="167915" y="195585"/>
                  <a:pt x="167915" y="207947"/>
                </a:cubicBezTo>
                <a:cubicBezTo>
                  <a:pt x="167915" y="225675"/>
                  <a:pt x="167757" y="247611"/>
                  <a:pt x="167757" y="251925"/>
                </a:cubicBezTo>
                <a:cubicBezTo>
                  <a:pt x="167757" y="255344"/>
                  <a:pt x="170177" y="259500"/>
                  <a:pt x="176858" y="258290"/>
                </a:cubicBezTo>
                <a:cubicBezTo>
                  <a:pt x="229463" y="240825"/>
                  <a:pt x="265129" y="190903"/>
                  <a:pt x="265129" y="132564"/>
                </a:cubicBezTo>
                <a:cubicBezTo>
                  <a:pt x="265129" y="59601"/>
                  <a:pt x="205948" y="4208"/>
                  <a:pt x="132985" y="4208"/>
                </a:cubicBezTo>
                <a:close/>
                <a:moveTo>
                  <a:pt x="55340" y="185643"/>
                </a:moveTo>
                <a:cubicBezTo>
                  <a:pt x="54657" y="186169"/>
                  <a:pt x="54814" y="187379"/>
                  <a:pt x="55709" y="188378"/>
                </a:cubicBezTo>
                <a:cubicBezTo>
                  <a:pt x="56550" y="189220"/>
                  <a:pt x="57760" y="189588"/>
                  <a:pt x="58444" y="188904"/>
                </a:cubicBezTo>
                <a:cubicBezTo>
                  <a:pt x="59128" y="188378"/>
                  <a:pt x="58970" y="187168"/>
                  <a:pt x="58076" y="186169"/>
                </a:cubicBezTo>
                <a:cubicBezTo>
                  <a:pt x="57234" y="185327"/>
                  <a:pt x="56024" y="184959"/>
                  <a:pt x="55340" y="185643"/>
                </a:cubicBezTo>
                <a:close/>
                <a:moveTo>
                  <a:pt x="49659" y="181382"/>
                </a:moveTo>
                <a:cubicBezTo>
                  <a:pt x="49291" y="182066"/>
                  <a:pt x="49817" y="182907"/>
                  <a:pt x="50869" y="183433"/>
                </a:cubicBezTo>
                <a:cubicBezTo>
                  <a:pt x="51711" y="183959"/>
                  <a:pt x="52763" y="183802"/>
                  <a:pt x="53131" y="183065"/>
                </a:cubicBezTo>
                <a:cubicBezTo>
                  <a:pt x="53499" y="182381"/>
                  <a:pt x="52973" y="181540"/>
                  <a:pt x="51921" y="181014"/>
                </a:cubicBezTo>
                <a:cubicBezTo>
                  <a:pt x="50869" y="180698"/>
                  <a:pt x="50027" y="180856"/>
                  <a:pt x="49659" y="181382"/>
                </a:cubicBezTo>
                <a:close/>
                <a:moveTo>
                  <a:pt x="66703" y="200109"/>
                </a:moveTo>
                <a:cubicBezTo>
                  <a:pt x="65861" y="200793"/>
                  <a:pt x="66177" y="202371"/>
                  <a:pt x="67387" y="203371"/>
                </a:cubicBezTo>
                <a:cubicBezTo>
                  <a:pt x="68597" y="204581"/>
                  <a:pt x="70122" y="204738"/>
                  <a:pt x="70806" y="203897"/>
                </a:cubicBezTo>
                <a:cubicBezTo>
                  <a:pt x="71490" y="203213"/>
                  <a:pt x="71174" y="201635"/>
                  <a:pt x="70122" y="200635"/>
                </a:cubicBezTo>
                <a:cubicBezTo>
                  <a:pt x="68965" y="199425"/>
                  <a:pt x="67387" y="199267"/>
                  <a:pt x="66703" y="200109"/>
                </a:cubicBezTo>
                <a:close/>
                <a:moveTo>
                  <a:pt x="60706" y="192376"/>
                </a:moveTo>
                <a:cubicBezTo>
                  <a:pt x="59864" y="192902"/>
                  <a:pt x="59864" y="194270"/>
                  <a:pt x="60706" y="195480"/>
                </a:cubicBezTo>
                <a:cubicBezTo>
                  <a:pt x="61548" y="196690"/>
                  <a:pt x="62968" y="197216"/>
                  <a:pt x="63652" y="196690"/>
                </a:cubicBezTo>
                <a:cubicBezTo>
                  <a:pt x="64494" y="196006"/>
                  <a:pt x="64494" y="194638"/>
                  <a:pt x="63652" y="193428"/>
                </a:cubicBezTo>
                <a:cubicBezTo>
                  <a:pt x="62916" y="192218"/>
                  <a:pt x="61548" y="191692"/>
                  <a:pt x="60706" y="1923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Text 29"/>
          <p:cNvSpPr/>
          <p:nvPr/>
        </p:nvSpPr>
        <p:spPr>
          <a:xfrm>
            <a:off x="5555520" y="6131880"/>
            <a:ext cx="10792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400" spc="-1" strike="noStrike">
                <a:solidFill>
                  <a:srgbClr val="ffffff">
                    <a:alpha val="90000"/>
                  </a:srgbClr>
                </a:solidFill>
                <a:latin typeface="Quattrocento Sans"/>
                <a:ea typeface="Quattrocento Sans"/>
              </a:rPr>
              <a:t>GitHub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Text 30"/>
          <p:cNvSpPr/>
          <p:nvPr/>
        </p:nvSpPr>
        <p:spPr>
          <a:xfrm>
            <a:off x="4800600" y="6311520"/>
            <a:ext cx="274212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13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github.com/CecuTheMag/SchoolSync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31"/>
          <p:cNvSpPr/>
          <p:nvPr/>
        </p:nvSpPr>
        <p:spPr>
          <a:xfrm>
            <a:off x="12619800" y="6392160"/>
            <a:ext cx="267840" cy="267840"/>
          </a:xfrm>
          <a:custGeom>
            <a:avLst/>
            <a:gdLst>
              <a:gd name="textAreaLeft" fmla="*/ 0 w 267840"/>
              <a:gd name="textAreaRight" fmla="*/ 269280 w 267840"/>
              <a:gd name="textAreaTop" fmla="*/ 0 h 267840"/>
              <a:gd name="textAreaBottom" fmla="*/ 269280 h 267840"/>
            </a:gdLst>
            <a:ahLst/>
            <a:rect l="textAreaLeft" t="textAreaTop" r="textAreaRight" b="textAreaBottom"/>
            <a:pathLst>
              <a:path w="269337" h="269337">
                <a:moveTo>
                  <a:pt x="25250" y="33667"/>
                </a:moveTo>
                <a:cubicBezTo>
                  <a:pt x="11310" y="33667"/>
                  <a:pt x="0" y="44977"/>
                  <a:pt x="0" y="58918"/>
                </a:cubicBezTo>
                <a:cubicBezTo>
                  <a:pt x="0" y="66861"/>
                  <a:pt x="3735" y="74331"/>
                  <a:pt x="10100" y="79118"/>
                </a:cubicBezTo>
                <a:lnTo>
                  <a:pt x="119518" y="161182"/>
                </a:lnTo>
                <a:cubicBezTo>
                  <a:pt x="128514" y="167915"/>
                  <a:pt x="140823" y="167915"/>
                  <a:pt x="149819" y="161182"/>
                </a:cubicBezTo>
                <a:lnTo>
                  <a:pt x="259237" y="79118"/>
                </a:lnTo>
                <a:cubicBezTo>
                  <a:pt x="265602" y="74331"/>
                  <a:pt x="269337" y="66861"/>
                  <a:pt x="269337" y="58918"/>
                </a:cubicBezTo>
                <a:cubicBezTo>
                  <a:pt x="269337" y="44977"/>
                  <a:pt x="258027" y="33667"/>
                  <a:pt x="244087" y="33667"/>
                </a:cubicBezTo>
                <a:lnTo>
                  <a:pt x="25250" y="33667"/>
                </a:lnTo>
                <a:close/>
                <a:moveTo>
                  <a:pt x="0" y="103106"/>
                </a:moveTo>
                <a:lnTo>
                  <a:pt x="0" y="202003"/>
                </a:lnTo>
                <a:cubicBezTo>
                  <a:pt x="0" y="220572"/>
                  <a:pt x="15098" y="235670"/>
                  <a:pt x="33667" y="235670"/>
                </a:cubicBezTo>
                <a:lnTo>
                  <a:pt x="235670" y="235670"/>
                </a:lnTo>
                <a:cubicBezTo>
                  <a:pt x="254240" y="235670"/>
                  <a:pt x="269337" y="220572"/>
                  <a:pt x="269337" y="202003"/>
                </a:cubicBezTo>
                <a:lnTo>
                  <a:pt x="269337" y="103106"/>
                </a:lnTo>
                <a:lnTo>
                  <a:pt x="164969" y="181382"/>
                </a:lnTo>
                <a:cubicBezTo>
                  <a:pt x="147031" y="194849"/>
                  <a:pt x="122306" y="194849"/>
                  <a:pt x="104368" y="181382"/>
                </a:cubicBezTo>
                <a:lnTo>
                  <a:pt x="0" y="10310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8" name="" descr=""/>
          <p:cNvPicPr/>
          <p:nvPr/>
        </p:nvPicPr>
        <p:blipFill>
          <a:blip r:embed="rId2"/>
          <a:stretch/>
        </p:blipFill>
        <p:spPr>
          <a:xfrm>
            <a:off x="5414400" y="-30600"/>
            <a:ext cx="1370520" cy="128052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LibreOffice/24.2.7.2$Linux_X86_64 LibreOffice_project/420$Build-2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2026-02-21T12:01:13Z</dcterms:created>
  <dc:creator>Kimi</dc:creator>
  <dc:description/>
  <dc:language>en-US</dc:language>
  <cp:lastModifiedBy/>
  <dcterms:modified xsi:type="dcterms:W3CDTF">2026-03-04T11:18:07Z</dcterms:modified>
  <cp:revision>6</cp:revision>
  <dc:subject>SchoolSync - Интелигентна Система за Управление на Оборудване</dc:subject>
  <dc:title>SchoolSync - Интелигентна Система за Управление на Оборудване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{"Label":"SchoolSync - Интелигентна Система за Управление на Оборудване","ContentProducer":"001191110108MACG2KBH8F10000","ProduceID":"19c7fbc3-9152-89ab-8000-00009c3fc319","ReservedCode1":"","ContentPropagator":"001191110108MACG2KBH8F20000","PropagateID":"19c7fbc3-9152-89ab-8000-00009c3fc319","ReservedCode2":""}</vt:lpwstr>
  </property>
  <property fmtid="{D5CDD505-2E9C-101B-9397-08002B2CF9AE}" pid="3" name="Notes">
    <vt:i4>18</vt:i4>
  </property>
  <property fmtid="{D5CDD505-2E9C-101B-9397-08002B2CF9AE}" pid="4" name="PresentationFormat">
    <vt:lpwstr>On-screen Show (16:9)</vt:lpwstr>
  </property>
  <property fmtid="{D5CDD505-2E9C-101B-9397-08002B2CF9AE}" pid="5" name="Slides">
    <vt:i4>18</vt:i4>
  </property>
</Properties>
</file>